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1" r:id="rId2"/>
    <p:sldId id="2562" r:id="rId3"/>
    <p:sldId id="2563" r:id="rId4"/>
    <p:sldId id="2564" r:id="rId5"/>
    <p:sldId id="2565" r:id="rId6"/>
    <p:sldId id="2566" r:id="rId7"/>
    <p:sldId id="25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etflix Country Contribution Analysis" id="{F10D5649-F0EC-4E0F-A186-2E7C342A9425}">
          <p14:sldIdLst>
            <p14:sldId id="2561"/>
          </p14:sldIdLst>
        </p14:section>
        <p14:section name="Understanding Netflix Content Contributions by Country" id="{BC8DAC08-A84E-4D51-9AFB-A32BF0C575C3}">
          <p14:sldIdLst>
            <p14:sldId id="2562"/>
            <p14:sldId id="2563"/>
            <p14:sldId id="2564"/>
            <p14:sldId id="2565"/>
            <p14:sldId id="2566"/>
            <p14:sldId id="25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62"/>
  </p:normalViewPr>
  <p:slideViewPr>
    <p:cSldViewPr snapToGrid="0">
      <p:cViewPr varScale="1">
        <p:scale>
          <a:sx n="88" d="100"/>
          <a:sy n="88" d="100"/>
        </p:scale>
        <p:origin x="176" y="5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D2E49-CBB6-4F0F-ADFA-CA1906AD3DCC}" type="datetimeFigureOut">
              <a:t>5/31/26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4CEC7A-D382-4BB0-A5FC-62099B142780}" type="slidenum">
              <a:t>‹#›</a:t>
            </a:fld>
            <a:endParaRPr lang="en-US"/>
          </a:p>
        </p:txBody>
      </p:sp>
    </p:spTree>
    <p:extLst>
      <p:ext uri="{BB962C8B-B14F-4D97-AF65-F5344CB8AC3E}">
        <p14:creationId xmlns:p14="http://schemas.microsoft.com/office/powerpoint/2010/main" val="270711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5D2E714D-2BB4-423C-8ABA-9CC0F7ED7282}" type="slidenum">
              <a:t>1</a:t>
            </a:fld>
            <a:endParaRPr lang="en-US"/>
          </a:p>
        </p:txBody>
      </p:sp>
    </p:spTree>
    <p:extLst>
      <p:ext uri="{BB962C8B-B14F-4D97-AF65-F5344CB8AC3E}">
        <p14:creationId xmlns:p14="http://schemas.microsoft.com/office/powerpoint/2010/main" val="3860693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2E714D-2BB4-423C-8ABA-9CC0F7ED7282}" type="slidenum">
              <a:t>2</a:t>
            </a:fld>
            <a:endParaRPr lang="en-US"/>
          </a:p>
        </p:txBody>
      </p:sp>
    </p:spTree>
    <p:extLst>
      <p:ext uri="{BB962C8B-B14F-4D97-AF65-F5344CB8AC3E}">
        <p14:creationId xmlns:p14="http://schemas.microsoft.com/office/powerpoint/2010/main" val="4012395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explores a central question in Netflix content analysis: which country contributes the most titles to Netflix, and how that contribution has changed over time. As Netflix has evolved from a U.S.-centric streaming platform into a global entertainment provider, understanding the geographic origins of its content helps explain broader strategic decisions, such as international expansion, audience targeting, and investment priorities. The analysis uses Netflix’s publicly available titles dataset, which includes information on movies and TV shows, their countries of origin, and the dates they were added to the platform. By focusing on the country attribute and tracking additions over time, we can identify patterns in dominance, growth, and diversification. The motivation behind this analysis is twofold. First, it provides empirical evidence to support or challenge the common assumption that the United States overwhelmingly dominates Netflix’s catalog. Second, it examines whether this dominance has weakened or strengthened as Netflix has invested heavily in international markets such as India, South Korea, and Europe. To answer the research question, the project applies systematic data cleaning steps, including converting date fields, extracting the year of addition, and properly handling titles associated with multiple countries. This ensures that each contributing country is fairly represented in the counts. The presentation is structured to guide the audience from the problem statement to clear, data-driven insights. It begins with the objective, then highlights the key findings, followed by an examination of trends over time, and concludes with implications for Netflix’s global strategy. Overall, this overview sets the foundation for understanding why country-level analysis matters and how it can reveal meaningful trends in global content production and distribution within a major streaming platform.</a:t>
            </a:r>
          </a:p>
        </p:txBody>
      </p:sp>
      <p:sp>
        <p:nvSpPr>
          <p:cNvPr id="4" name="Slide Number Placeholder 3"/>
          <p:cNvSpPr>
            <a:spLocks noGrp="1"/>
          </p:cNvSpPr>
          <p:nvPr>
            <p:ph type="sldNum" sz="quarter" idx="5"/>
          </p:nvPr>
        </p:nvSpPr>
        <p:spPr/>
        <p:txBody>
          <a:bodyPr/>
          <a:lstStyle/>
          <a:p>
            <a:fld id="{5D2E714D-2BB4-423C-8ABA-9CC0F7ED7282}" type="slidenum">
              <a:t>3</a:t>
            </a:fld>
            <a:endParaRPr lang="en-US"/>
          </a:p>
        </p:txBody>
      </p:sp>
    </p:spTree>
    <p:extLst>
      <p:ext uri="{BB962C8B-B14F-4D97-AF65-F5344CB8AC3E}">
        <p14:creationId xmlns:p14="http://schemas.microsoft.com/office/powerpoint/2010/main" val="1268327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primary objective of this analysis is to identify the country that contributes the highest number of titles to Netflix and to assess how this contribution has evolved over time. Achieving this objective requires a structured methodological approach that ensures accuracy, consistency, and interpretability of results. The first methodological step involves preparing the dataset by converting the date_added field into a proper datetime format. This allows the extraction of the year each title was added to Netflix, which is critical for time-series analysis. Next, records with missing country information are removed to avoid ambiguous attribution. A key methodological challenge arises from titles associated with multiple countries, such as co-productions between the United States and other nations. To address this, the country field is split and expanded so that each country receives an individual count for a shared title. This approach reflects contribution rather than ownership and provides a more realistic picture of global collaboration. Once the data is cleaned, frequency analysis is applied to count the total number of titles per country, enabling identification of the top contributor. Grouping the data by both year and country then allows the analysis of trends over time, revealing whether dominance is stable, increasing, or declining. Visualization plays a crucial role in this methodology. Bar charts are used to compare total contributions across countries, while line charts illustrate temporal trends for the leading country. This combination of descriptive statistics and visual analysis ensures that results are not only statistically sound but also easily interpretable. Overall, the methodological approach is designed to be transparent and reproducible, making the findings suitable for academic discussion, professional reporting, or portfolio presentation.</a:t>
            </a:r>
          </a:p>
        </p:txBody>
      </p:sp>
      <p:sp>
        <p:nvSpPr>
          <p:cNvPr id="4" name="Slide Number Placeholder 3"/>
          <p:cNvSpPr>
            <a:spLocks noGrp="1"/>
          </p:cNvSpPr>
          <p:nvPr>
            <p:ph type="sldNum" sz="quarter" idx="5"/>
          </p:nvPr>
        </p:nvSpPr>
        <p:spPr/>
        <p:txBody>
          <a:bodyPr/>
          <a:lstStyle/>
          <a:p>
            <a:fld id="{5D2E714D-2BB4-423C-8ABA-9CC0F7ED7282}" type="slidenum">
              <a:t>4</a:t>
            </a:fld>
            <a:endParaRPr lang="en-US"/>
          </a:p>
        </p:txBody>
      </p:sp>
    </p:spTree>
    <p:extLst>
      <p:ext uri="{BB962C8B-B14F-4D97-AF65-F5344CB8AC3E}">
        <p14:creationId xmlns:p14="http://schemas.microsoft.com/office/powerpoint/2010/main" val="4052129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analysis clearly identifies the United States as the country contributing the most titles to Netflix. When all titles are counted and properly attributed, the United States emerges as the dominant contributor by a significant margin compared to all other countries. This dominance spans both movies and TV shows, reflecting the long-established strength of the U.S. entertainment industry in producing globally distributed content. The high volume of U.S.-origin titles can be attributed to several factors, including Hollywood’s mature production infrastructure, extensive studio networks, and Netflix’s origins as a U.S.-based company. From a strategic perspective, this finding aligns with Netflix’s early content acquisition strategy, which relied heavily on licensing American films and television series to build its initial catalog and subscriber base. Even as Netflix has shifted toward producing original content, the United States continues to play a central role due to its access to talent, technology, and financing. The bar chart of the top ten content-producing countries reinforces this conclusion visually, with the United States clearly outperforming other major contributors such as India, the United Kingdom, and Japan. While these countries show strong representation, none approach the overall volume of U.S. contributions. This key finding establishes a baseline for the remainder of the analysis, setting up the next logical question: has this dominance remained constant over time, or has it been challenged as Netflix expands internationally? Understanding this baseline dominance is essential for interpreting subsequent trend analyses and drawing meaningful conclusions about Netflix’s global content strategy.</a:t>
            </a:r>
          </a:p>
        </p:txBody>
      </p:sp>
      <p:sp>
        <p:nvSpPr>
          <p:cNvPr id="4" name="Slide Number Placeholder 3"/>
          <p:cNvSpPr>
            <a:spLocks noGrp="1"/>
          </p:cNvSpPr>
          <p:nvPr>
            <p:ph type="sldNum" sz="quarter" idx="5"/>
          </p:nvPr>
        </p:nvSpPr>
        <p:spPr/>
        <p:txBody>
          <a:bodyPr/>
          <a:lstStyle/>
          <a:p>
            <a:fld id="{5D2E714D-2BB4-423C-8ABA-9CC0F7ED7282}" type="slidenum">
              <a:t>5</a:t>
            </a:fld>
            <a:endParaRPr lang="en-US"/>
          </a:p>
        </p:txBody>
      </p:sp>
    </p:spTree>
    <p:extLst>
      <p:ext uri="{BB962C8B-B14F-4D97-AF65-F5344CB8AC3E}">
        <p14:creationId xmlns:p14="http://schemas.microsoft.com/office/powerpoint/2010/main" val="3691957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Examining how the top contributing country’s output has changed over time provides deeper insight into Netflix’s evolving content strategy. The time-series analysis shows that the United States has maintained consistently high levels of content additions across the years. While there are natural fluctuations from year to year, the overall trend indicates sustained dominance rather than decline. Notably, there is a visible increase in U.S. content additions during the mid-to-late 2010s, a period that coincides with Netflix’s aggressive push into original programming. This growth reflects increased investment in original U.S. productions, including exclusive series and films designed to attract and retain subscribers. At the same time, the trend analysis reveals that while the United States remains dominant, contributions from other countries have grown steadily. Countries such as India and South Korea show upward trajectories, particularly in recent years, signaling Netflix’s commitment to local-language content and regional storytelling. However, despite this growth, no other country surpasses or overtakes the United States at any point in the observed timeframe. The line graph visualization makes this pattern clear by highlighting both stability and scale. The U.S. line remains well above others, reinforcing the conclusion that international expansion has complemented rather than replaced U.S. content dominance. This trend analysis underscores the idea that Netflix’s strategy is additive, expanding its global footprint while maintaining a strong core of U.S.-produced content.</a:t>
            </a:r>
          </a:p>
        </p:txBody>
      </p:sp>
      <p:sp>
        <p:nvSpPr>
          <p:cNvPr id="4" name="Slide Number Placeholder 3"/>
          <p:cNvSpPr>
            <a:spLocks noGrp="1"/>
          </p:cNvSpPr>
          <p:nvPr>
            <p:ph type="sldNum" sz="quarter" idx="5"/>
          </p:nvPr>
        </p:nvSpPr>
        <p:spPr/>
        <p:txBody>
          <a:bodyPr/>
          <a:lstStyle/>
          <a:p>
            <a:fld id="{5D2E714D-2BB4-423C-8ABA-9CC0F7ED7282}" type="slidenum">
              <a:t>6</a:t>
            </a:fld>
            <a:endParaRPr lang="en-US"/>
          </a:p>
        </p:txBody>
      </p:sp>
    </p:spTree>
    <p:extLst>
      <p:ext uri="{BB962C8B-B14F-4D97-AF65-F5344CB8AC3E}">
        <p14:creationId xmlns:p14="http://schemas.microsoft.com/office/powerpoint/2010/main" val="795538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conclusion, the analysis demonstrates that the United States is the largest contributor of titles to Netflix and has maintained this position consistently over time. Despite Netflix’s increasing investment in international markets and the growing visibility of content from countries such as India, the United Kingdom, and South Korea, U.S. contributions remain dominant. This finding has important strategic implications. It suggests that Netflix continues to rely heavily on U.S. content as a foundation for its global catalog, leveraging the international appeal and production capacity of American entertainment. At the same time, the steady growth of non-U.S. contributions highlights Netflix’s dual strategy: maintaining a strong domestic core while expanding its international offerings to appeal to diverse audiences. From a business perspective, this balance allows Netflix to manage risk, capitalize on established markets, and explore growth opportunities in emerging regions. For analysts and stakeholders, these insights emphasize the importance of viewing Netflix’s global expansion not as a shift away from U.S. content, but as a diversification layered on top of an already dominant base. Future analyses could build on this work by comparing multiple top countries over time, examining genre-specific trends, or analyzing the relationship between country contributions and subscriber growth. Overall, the findings provide a clear, data-driven answer to the research question and contribute to a deeper understanding of Netflix’s global content strategy.</a:t>
            </a:r>
          </a:p>
        </p:txBody>
      </p:sp>
      <p:sp>
        <p:nvSpPr>
          <p:cNvPr id="4" name="Slide Number Placeholder 3"/>
          <p:cNvSpPr>
            <a:spLocks noGrp="1"/>
          </p:cNvSpPr>
          <p:nvPr>
            <p:ph type="sldNum" sz="quarter" idx="5"/>
          </p:nvPr>
        </p:nvSpPr>
        <p:spPr/>
        <p:txBody>
          <a:bodyPr/>
          <a:lstStyle/>
          <a:p>
            <a:fld id="{5D2E714D-2BB4-423C-8ABA-9CC0F7ED7282}" type="slidenum">
              <a:t>7</a:t>
            </a:fld>
            <a:endParaRPr lang="en-US"/>
          </a:p>
        </p:txBody>
      </p:sp>
    </p:spTree>
    <p:extLst>
      <p:ext uri="{BB962C8B-B14F-4D97-AF65-F5344CB8AC3E}">
        <p14:creationId xmlns:p14="http://schemas.microsoft.com/office/powerpoint/2010/main" val="37951684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48400" y="2819400"/>
            <a:ext cx="5029200" cy="1295400"/>
          </a:xfrm>
        </p:spPr>
        <p:txBody>
          <a:bodyPr vert="horz" lIns="91440" tIns="45720" rIns="91440" bIns="45720" rtlCol="0" anchor="b">
            <a:normAutofit/>
          </a:bodyPr>
          <a:lstStyle>
            <a:lvl1pPr>
              <a:lnSpc>
                <a:spcPct val="100000"/>
              </a:lnSpc>
              <a:defRPr lang="en-US" sz="2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48400" y="4270248"/>
            <a:ext cx="5029200" cy="685800"/>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25477539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D909A06-A364-5E3D-6D27-7FAA213CE4A0}"/>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78872" y="1830774"/>
            <a:ext cx="10827328" cy="4332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31E58F-1A72-99FC-BFB5-C1A7E18DCA88}"/>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5AB93EAD-9C49-0E73-60D2-E95D760F702A}"/>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E951C29A-9EE1-5B40-D317-4A98FF038C71}"/>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626784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0" y="3071529"/>
            <a:ext cx="5257800" cy="19812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0" y="5257800"/>
            <a:ext cx="5257800"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608872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326112-1BD1-F5C0-ED77-E41EEFB039AF}"/>
              </a:ext>
            </a:extLst>
          </p:cNvPr>
          <p:cNvSpPr>
            <a:spLocks noGrp="1"/>
          </p:cNvSpPr>
          <p:nvPr>
            <p:ph type="ctrTitle"/>
          </p:nvPr>
        </p:nvSpPr>
        <p:spPr>
          <a:xfrm>
            <a:off x="678870" y="1142999"/>
            <a:ext cx="4807529" cy="3188635"/>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9" name="Subtitle 2">
            <a:extLst>
              <a:ext uri="{FF2B5EF4-FFF2-40B4-BE49-F238E27FC236}">
                <a16:creationId xmlns:a16="http://schemas.microsoft.com/office/drawing/2014/main" id="{E8300B8C-A996-EF72-0213-6F8F903337A4}"/>
              </a:ext>
            </a:extLst>
          </p:cNvPr>
          <p:cNvSpPr>
            <a:spLocks noGrp="1"/>
          </p:cNvSpPr>
          <p:nvPr>
            <p:ph type="subTitle" idx="1"/>
          </p:nvPr>
        </p:nvSpPr>
        <p:spPr>
          <a:xfrm>
            <a:off x="678870" y="4560236"/>
            <a:ext cx="4807529"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16665550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blipFill dpi="0" rotWithShape="1">
          <a:blip r:embed="rId2">
            <a:extLst>
              <a:ext uri="{BEBA8EAE-BF5A-486C-A8C5-ECC9F3942E4B}">
                <a14:imgProps xmlns:a14="http://schemas.microsoft.com/office/drawing/2010/main">
                  <a14:imgLayer r:embed="rId3">
                    <a14:imgEffect>
                      <a14:brightnessContrast bright="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58619" y="609601"/>
            <a:ext cx="5447581" cy="3768320"/>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58618" y="4662326"/>
            <a:ext cx="5447582" cy="1586073"/>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1" y="609600"/>
            <a:ext cx="4935358" cy="5638800"/>
          </a:xfrm>
          <a:blipFill>
            <a:blip r:embed="rId4">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7795979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8871" y="529496"/>
            <a:ext cx="10827330" cy="990600"/>
          </a:xfrm>
        </p:spPr>
        <p:txBody>
          <a:bodyPr vert="horz" lIns="91440" tIns="45720" rIns="91440" bIns="45720" rtlCol="0" anchor="ctr">
            <a:normAutofit/>
          </a:bodyPr>
          <a:lstStyle>
            <a:lvl1pPr algn="ct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8871" y="5337048"/>
            <a:ext cx="10827329" cy="987552"/>
          </a:xfrm>
        </p:spPr>
        <p:txBody>
          <a:bodyPr vert="horz" lIns="91440" tIns="45720" rIns="91440" bIns="45720" rtlCol="0" anchor="ctr">
            <a:normAutofit/>
          </a:bodyPr>
          <a:lstStyle>
            <a:lvl1pPr marL="0" indent="0" algn="ctr">
              <a:buNone/>
              <a:defRPr lang="en-US" sz="1600" dirty="0"/>
            </a:lvl1pPr>
          </a:lstStyle>
          <a:p>
            <a:pPr lvl="0"/>
            <a:r>
              <a:rPr lang="en-US"/>
              <a:t>Click to edit Master subtitle style</a:t>
            </a:r>
          </a:p>
        </p:txBody>
      </p:sp>
      <p:sp>
        <p:nvSpPr>
          <p:cNvPr id="4" name="Picture Placeholder 10">
            <a:extLst>
              <a:ext uri="{FF2B5EF4-FFF2-40B4-BE49-F238E27FC236}">
                <a16:creationId xmlns:a16="http://schemas.microsoft.com/office/drawing/2014/main" id="{3C616236-6C34-2AB3-9A30-9F0CB3F4E1B7}"/>
              </a:ext>
            </a:extLst>
          </p:cNvPr>
          <p:cNvSpPr>
            <a:spLocks noGrp="1"/>
          </p:cNvSpPr>
          <p:nvPr>
            <p:ph type="pic" sz="quarter" idx="13" hasCustomPrompt="1"/>
          </p:nvPr>
        </p:nvSpPr>
        <p:spPr>
          <a:xfrm>
            <a:off x="678871" y="2019299"/>
            <a:ext cx="10827330" cy="2819402"/>
          </a:xfrm>
          <a:blipFill>
            <a:blip r:embed="rId3">
              <a:alphaModFix amt="60000"/>
              <a:extLst>
                <a:ext uri="{28A0092B-C50C-407E-A947-70E740481C1C}">
                  <a14:useLocalDpi xmlns:a14="http://schemas.microsoft.com/office/drawing/2010/main" val="0"/>
                </a:ext>
              </a:extLst>
            </a:blip>
            <a:srcRect/>
            <a:stretch>
              <a:fillRect t="-71622" b="-47190"/>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17970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24600" y="609600"/>
            <a:ext cx="5188529" cy="4953000"/>
          </a:xfr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18504" y="5867400"/>
            <a:ext cx="5188529" cy="377573"/>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5" name="Picture Placeholder 10">
            <a:extLst>
              <a:ext uri="{FF2B5EF4-FFF2-40B4-BE49-F238E27FC236}">
                <a16:creationId xmlns:a16="http://schemas.microsoft.com/office/drawing/2014/main" id="{A3E0057A-BBE1-599B-C438-DC65F9614590}"/>
              </a:ext>
            </a:extLst>
          </p:cNvPr>
          <p:cNvSpPr>
            <a:spLocks noGrp="1"/>
          </p:cNvSpPr>
          <p:nvPr>
            <p:ph type="pic" sz="quarter" idx="13" hasCustomPrompt="1"/>
          </p:nvPr>
        </p:nvSpPr>
        <p:spPr>
          <a:xfrm>
            <a:off x="678871" y="609600"/>
            <a:ext cx="4935358" cy="5638800"/>
          </a:xfrm>
          <a:blipFill>
            <a:blip r:embed="rId3">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362698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1450" y="4038601"/>
            <a:ext cx="6587550" cy="2209800"/>
          </a:xfrm>
        </p:spPr>
        <p:txBody>
          <a:bodyPr vert="horz" lIns="91440" tIns="45720" rIns="91440" bIns="45720" rtlCol="0" anchor="t">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8600" y="4038601"/>
            <a:ext cx="3657600" cy="2209799"/>
          </a:xfrm>
        </p:spPr>
        <p:txBody>
          <a:bodyPr vert="horz" lIns="91440" tIns="45720" rIns="91440" bIns="45720" rtlCol="0" anchor="b">
            <a:normAutofit/>
          </a:bodyPr>
          <a:lstStyle>
            <a:lvl1pPr marL="0" indent="0" algn="r">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0" y="609598"/>
            <a:ext cx="10827330" cy="2819402"/>
          </a:xfrm>
          <a:blipFill>
            <a:blip r:embed="rId3">
              <a:alphaModFix amt="60000"/>
              <a:extLst>
                <a:ext uri="{28A0092B-C50C-407E-A947-70E740481C1C}">
                  <a14:useLocalDpi xmlns:a14="http://schemas.microsoft.com/office/drawing/2010/main" val="0"/>
                </a:ext>
              </a:extLst>
            </a:blip>
            <a:srcRect/>
            <a:stretch>
              <a:fillRect t="-86486" b="-32326"/>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9545157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425730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195571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1CED7D0-671B-7F63-5130-E35828ABE878}"/>
              </a:ext>
            </a:extLst>
          </p:cNvPr>
          <p:cNvSpPr>
            <a:spLocks noGrp="1"/>
          </p:cNvSpPr>
          <p:nvPr>
            <p:ph type="title"/>
          </p:nvPr>
        </p:nvSpPr>
        <p:spPr>
          <a:xfrm>
            <a:off x="4572000" y="1340668"/>
            <a:ext cx="6932507" cy="1135838"/>
          </a:xfrm>
        </p:spPr>
        <p:txBody>
          <a:bodyPr anchor="b">
            <a:normAutofit/>
          </a:bodyPr>
          <a:lstStyle>
            <a:lvl1pPr>
              <a:defRPr sz="2800"/>
            </a:lvl1pPr>
          </a:lstStyle>
          <a:p>
            <a:r>
              <a:rPr lang="en-US"/>
              <a:t>Click to edit Master title style</a:t>
            </a:r>
          </a:p>
        </p:txBody>
      </p:sp>
      <p:sp>
        <p:nvSpPr>
          <p:cNvPr id="8" name="Content Placeholder 6">
            <a:extLst>
              <a:ext uri="{FF2B5EF4-FFF2-40B4-BE49-F238E27FC236}">
                <a16:creationId xmlns:a16="http://schemas.microsoft.com/office/drawing/2014/main" id="{22A82A9B-9EBD-0A77-F607-E839D43652B1}"/>
              </a:ext>
            </a:extLst>
          </p:cNvPr>
          <p:cNvSpPr>
            <a:spLocks noGrp="1"/>
          </p:cNvSpPr>
          <p:nvPr>
            <p:ph sz="quarter" idx="13"/>
          </p:nvPr>
        </p:nvSpPr>
        <p:spPr>
          <a:xfrm>
            <a:off x="4571999" y="2743200"/>
            <a:ext cx="6932508" cy="3419856"/>
          </a:xfrm>
          <a:noFill/>
        </p:spPr>
        <p:txBody>
          <a:bodyPr>
            <a:normAutofit/>
          </a:bodyPr>
          <a:lstStyle>
            <a:lvl1pPr marL="457200" indent="-457200">
              <a:buFont typeface="+mj-lt"/>
              <a:buAutoNum type="arabicPeriod"/>
              <a:defRPr sz="1800">
                <a:solidFill>
                  <a:schemeClr val="tx1"/>
                </a:solidFill>
              </a:defRPr>
            </a:lvl1pPr>
            <a:lvl2pPr marL="571500" indent="-3429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2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5582C81-1CE9-A2E1-1417-0667434DFD2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B4EFFC3A-D237-7CAA-92EF-DF9B810EB271}"/>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F3E7B383-8CF2-6BB2-8F46-605FE9710B27}"/>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6204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3"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2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97B878F-3C07-D360-EC90-8FEFB87A77CD}"/>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4018733C-68A4-04E1-A968-B5C15E3F7EE2}"/>
              </a:ext>
            </a:extLst>
          </p:cNvPr>
          <p:cNvSpPr>
            <a:spLocks noGrp="1"/>
          </p:cNvSpPr>
          <p:nvPr>
            <p:ph type="dt" sz="half" idx="15"/>
          </p:nvPr>
        </p:nvSpPr>
        <p:spPr/>
        <p:txBody>
          <a:bodyPr/>
          <a:lstStyle/>
          <a:p>
            <a:endParaRPr lang="en-US"/>
          </a:p>
        </p:txBody>
      </p:sp>
      <p:sp>
        <p:nvSpPr>
          <p:cNvPr id="6" name="Slide Number Placeholder 5">
            <a:extLst>
              <a:ext uri="{FF2B5EF4-FFF2-40B4-BE49-F238E27FC236}">
                <a16:creationId xmlns:a16="http://schemas.microsoft.com/office/drawing/2014/main" id="{978E9E97-1DED-CCA3-AF67-F1BAD79A819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47461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62EDB1F-A73E-55BD-6BDA-F64978102A97}"/>
              </a:ext>
            </a:extLst>
          </p:cNvPr>
          <p:cNvSpPr>
            <a:spLocks noGrp="1"/>
          </p:cNvSpPr>
          <p:nvPr>
            <p:ph type="title"/>
          </p:nvPr>
        </p:nvSpPr>
        <p:spPr>
          <a:xfrm>
            <a:off x="5708024" y="855636"/>
            <a:ext cx="5796484" cy="1070776"/>
          </a:xfrm>
        </p:spPr>
        <p:txBody>
          <a:bodyPr/>
          <a:lstStyle/>
          <a:p>
            <a:r>
              <a:rPr lang="en-US"/>
              <a:t>Click to edit Master title style</a:t>
            </a:r>
          </a:p>
        </p:txBody>
      </p:sp>
      <p:sp>
        <p:nvSpPr>
          <p:cNvPr id="13" name="Content Placeholder 7">
            <a:extLst>
              <a:ext uri="{FF2B5EF4-FFF2-40B4-BE49-F238E27FC236}">
                <a16:creationId xmlns:a16="http://schemas.microsoft.com/office/drawing/2014/main" id="{A4047690-7015-54CB-752C-C1C7BE42D7C7}"/>
              </a:ext>
            </a:extLst>
          </p:cNvPr>
          <p:cNvSpPr>
            <a:spLocks noGrp="1"/>
          </p:cNvSpPr>
          <p:nvPr>
            <p:ph sz="quarter" idx="14"/>
          </p:nvPr>
        </p:nvSpPr>
        <p:spPr>
          <a:xfrm>
            <a:off x="5708024" y="2057400"/>
            <a:ext cx="5798176"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071DA00E-F240-EC85-5E2B-4DE591F61044}"/>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a:defRPr sz="900">
                <a:solidFill>
                  <a:schemeClr val="tx1"/>
                </a:solidFill>
              </a:defRPr>
            </a:lvl1pPr>
          </a:lstStyle>
          <a:p>
            <a:endParaRPr lang="en-US" sz="900"/>
          </a:p>
        </p:txBody>
      </p:sp>
      <p:sp>
        <p:nvSpPr>
          <p:cNvPr id="5" name="Date Placeholder 8">
            <a:extLst>
              <a:ext uri="{FF2B5EF4-FFF2-40B4-BE49-F238E27FC236}">
                <a16:creationId xmlns:a16="http://schemas.microsoft.com/office/drawing/2014/main" id="{EED5FCE3-5050-A9AE-69B1-6AAB64B63174}"/>
              </a:ext>
            </a:extLst>
          </p:cNvPr>
          <p:cNvSpPr>
            <a:spLocks noGrp="1"/>
          </p:cNvSpPr>
          <p:nvPr>
            <p:ph type="dt" sz="half" idx="16"/>
          </p:nvPr>
        </p:nvSpPr>
        <p:spPr>
          <a:xfrm>
            <a:off x="3505380" y="6346745"/>
            <a:ext cx="1762359" cy="365125"/>
          </a:xfrm>
        </p:spPr>
        <p:txBody>
          <a:bodyPr/>
          <a:lstStyle/>
          <a:p>
            <a:endParaRPr lang="en-US"/>
          </a:p>
        </p:txBody>
      </p:sp>
      <p:sp>
        <p:nvSpPr>
          <p:cNvPr id="11" name="Slide Number Placeholder 5">
            <a:extLst>
              <a:ext uri="{FF2B5EF4-FFF2-40B4-BE49-F238E27FC236}">
                <a16:creationId xmlns:a16="http://schemas.microsoft.com/office/drawing/2014/main" id="{BE15DD76-F653-F74F-4DCD-674241F38B03}"/>
              </a:ext>
            </a:extLst>
          </p:cNvPr>
          <p:cNvSpPr>
            <a:spLocks noGrp="1"/>
          </p:cNvSpPr>
          <p:nvPr>
            <p:ph type="sldNum" sz="quarter" idx="4"/>
          </p:nvPr>
        </p:nvSpPr>
        <p:spPr>
          <a:xfrm>
            <a:off x="5350612"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6197642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1385287"/>
            <a:ext cx="4973865" cy="147022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324600" y="1385287"/>
            <a:ext cx="5181600" cy="3491513"/>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D8DAA7E-55EA-19E9-ECC7-C74FE582C066}"/>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F623C363-6C3B-E28D-06F5-AB2EC53D7B80}"/>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D803258A-CFF4-775F-A29D-30D91D4A509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435842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20333"/>
            <a:ext cx="7208520" cy="57506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04084" y="1600200"/>
            <a:ext cx="5735507" cy="2590800"/>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F391C811-7699-F021-4CCB-539ACAD0BB23}"/>
              </a:ext>
            </a:extLst>
          </p:cNvPr>
          <p:cNvSpPr>
            <a:spLocks noGrp="1"/>
          </p:cNvSpPr>
          <p:nvPr>
            <p:ph type="ftr" sz="quarter" idx="15"/>
          </p:nvPr>
        </p:nvSpPr>
        <p:spPr>
          <a:xfrm>
            <a:off x="678871" y="6343955"/>
            <a:ext cx="2739181" cy="365125"/>
          </a:xfrm>
        </p:spPr>
        <p:txBody>
          <a:bodyPr/>
          <a:lstStyle/>
          <a:p>
            <a:endParaRPr lang="en-US"/>
          </a:p>
        </p:txBody>
      </p:sp>
      <p:sp>
        <p:nvSpPr>
          <p:cNvPr id="9" name="Date Placeholder 8">
            <a:extLst>
              <a:ext uri="{FF2B5EF4-FFF2-40B4-BE49-F238E27FC236}">
                <a16:creationId xmlns:a16="http://schemas.microsoft.com/office/drawing/2014/main" id="{C8D4E6C4-6819-0DF7-D9C4-34177C161B9C}"/>
              </a:ext>
            </a:extLst>
          </p:cNvPr>
          <p:cNvSpPr>
            <a:spLocks noGrp="1"/>
          </p:cNvSpPr>
          <p:nvPr>
            <p:ph type="dt" sz="half" idx="16"/>
          </p:nvPr>
        </p:nvSpPr>
        <p:spPr>
          <a:xfrm>
            <a:off x="3785216" y="6343954"/>
            <a:ext cx="2202644" cy="365125"/>
          </a:xfrm>
        </p:spPr>
        <p:txBody>
          <a:bodyPr/>
          <a:lstStyle/>
          <a:p>
            <a:endParaRPr lang="en-US"/>
          </a:p>
        </p:txBody>
      </p:sp>
      <p:sp>
        <p:nvSpPr>
          <p:cNvPr id="5" name="Slide Number Placeholder 5">
            <a:extLst>
              <a:ext uri="{FF2B5EF4-FFF2-40B4-BE49-F238E27FC236}">
                <a16:creationId xmlns:a16="http://schemas.microsoft.com/office/drawing/2014/main" id="{958998F3-C99E-11E5-BC33-937A455B2FFB}"/>
              </a:ext>
            </a:extLst>
          </p:cNvPr>
          <p:cNvSpPr>
            <a:spLocks noGrp="1"/>
          </p:cNvSpPr>
          <p:nvPr>
            <p:ph type="sldNum" sz="quarter" idx="4"/>
          </p:nvPr>
        </p:nvSpPr>
        <p:spPr>
          <a:xfrm>
            <a:off x="6082179"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3228950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2" y="1388700"/>
            <a:ext cx="3859262" cy="408358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7117"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BE56440-14E3-7B9A-D161-08AB10B8DCA7}"/>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85E8A7CF-81AE-0AC6-B47B-E2C1EA9D9AC7}"/>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C4A578E8-BCF2-BF9D-84B5-AA93D14D0DF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211747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9" y="1050111"/>
            <a:ext cx="3425026" cy="3977107"/>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05601"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9C54C37D-3064-C3C9-078B-4FC8A705FCD0}"/>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3" name="Slide Number Placeholder 5">
            <a:extLst>
              <a:ext uri="{FF2B5EF4-FFF2-40B4-BE49-F238E27FC236}">
                <a16:creationId xmlns:a16="http://schemas.microsoft.com/office/drawing/2014/main" id="{C277C0F5-D964-B2D1-0F39-EC17AB0741BA}"/>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5073786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8" y="685799"/>
            <a:ext cx="3276601" cy="5477257"/>
          </a:xfrm>
        </p:spPr>
        <p:txBody>
          <a:bodyPr anchor="t">
            <a:norm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1" y="685800"/>
            <a:ext cx="6858000" cy="5477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5E77C0F-A50D-ABB1-D91B-F877E2E82975}"/>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EBE0A937-543E-BBB8-39DD-1E9A45291F2C}"/>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BC8C33EC-C7FC-72B4-C208-8BA6FD4B585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2713690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687494"/>
            <a:ext cx="2618139" cy="2017614"/>
          </a:xfrm>
        </p:spPr>
        <p:txBody>
          <a:bodyPr anchor="b"/>
          <a:lstStyle>
            <a:lvl1pPr>
              <a:defRPr sz="2400"/>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7171" y="687492"/>
            <a:ext cx="7500648"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5011" r="-15011"/>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83064"/>
            <a:ext cx="2625774" cy="318744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F4A72B8-D6F1-AF2B-DF03-17FD2A737E2E}"/>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C6CDF5D5-DF03-873F-A2DA-E5C0EF793F83}"/>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1C10C7DB-FD9D-21A6-66CB-087260FBAF71}"/>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046144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5012268"/>
            <a:ext cx="3953296" cy="1127275"/>
          </a:xfrm>
        </p:spPr>
        <p:txBody>
          <a:bodyPr anchor="t">
            <a:no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685800"/>
            <a:ext cx="10827330" cy="3940196"/>
          </a:xfrm>
          <a:blipFill>
            <a:blip r:embed="rId2">
              <a:alphaModFix amt="60000"/>
              <a:extLst>
                <a:ext uri="{28A0092B-C50C-407E-A947-70E740481C1C}">
                  <a14:useLocalDpi xmlns:a14="http://schemas.microsoft.com/office/drawing/2010/main" val="0"/>
                </a:ext>
              </a:extLst>
            </a:blip>
            <a:srcRect/>
            <a:stretch>
              <a:fillRect t="-44691" b="-9803"/>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ADB2910-904E-268B-43B3-CAE9F2E4A0F3}"/>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323FEBCC-AB7F-E034-5C1D-1AFF70FC7809}"/>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8E1EE381-D50D-08D2-2D1B-9E61241A22B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958800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953296" cy="1127275"/>
          </a:xfrm>
        </p:spPr>
        <p:txBody>
          <a:bodyPr anchor="t">
            <a:no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685800"/>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212152"/>
            <a:ext cx="10827330" cy="3940196"/>
          </a:xfrm>
          <a:blipFill>
            <a:blip r:embed="rId2">
              <a:alphaModFix amt="60000"/>
              <a:extLst>
                <a:ext uri="{28A0092B-C50C-407E-A947-70E740481C1C}">
                  <a14:useLocalDpi xmlns:a14="http://schemas.microsoft.com/office/drawing/2010/main" val="0"/>
                </a:ext>
              </a:extLst>
            </a:blip>
            <a:srcRect/>
            <a:stretch>
              <a:fillRect t="-46364" b="-8130"/>
            </a:stretch>
          </a:blipFill>
        </p:spPr>
        <p:txBody>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BC151189-9025-E7C1-B611-A7A2BD03B499}"/>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46DEA616-DF83-AFFF-BC05-5AF6783B3589}"/>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1BCBF149-C859-79EF-0D12-15B124182A2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533518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4"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8CB16A7-2B91-9487-82EB-D7D51219847E}"/>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48D7B84B-FBFC-D589-881E-D4EA9886A3F0}"/>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80F3CF0F-496C-B902-B8FD-2D816F5CB7AC}"/>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695886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7494" y="687492"/>
            <a:ext cx="6308414" cy="2017614"/>
          </a:xfrm>
        </p:spPr>
        <p:txBody>
          <a:bodyPr anchor="b">
            <a:norm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7494" y="2997200"/>
            <a:ext cx="6308414"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7" y="687492"/>
            <a:ext cx="3878100"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75737" r="-75737"/>
            </a:stretch>
          </a:blipFill>
        </p:spPr>
        <p:txBody>
          <a:bodyPr wrap="square">
            <a:noAutofit/>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0FFD054A-88D2-8AC5-BB55-C59F527695C7}"/>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F085A21E-8763-2E88-7470-09E43DCB7750}"/>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8A399C91-F0A3-3A11-A3D6-7F34DD79D69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064967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5841522" y="687494"/>
            <a:ext cx="5662983" cy="1049291"/>
          </a:xfrm>
        </p:spPr>
        <p:txBody>
          <a:bodyPr anchor="t"/>
          <a:lstStyle/>
          <a:p>
            <a:r>
              <a:rPr lang="en-US"/>
              <a:t>Click to edit Master title style</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678871" y="687492"/>
            <a:ext cx="4452410"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9518" r="-59518"/>
            </a:stretch>
          </a:blipFill>
        </p:spPr>
        <p:txBody>
          <a:bodyPr wrap="square">
            <a:noAutofit/>
          </a:bodyPr>
          <a:lstStyle>
            <a:lvl1pPr marL="0" indent="0">
              <a:buNone/>
              <a:defRPr/>
            </a:lvl1pPr>
          </a:lstStyle>
          <a:p>
            <a:r>
              <a:rPr lang="en-US"/>
              <a:t>   </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5841522" y="2053560"/>
            <a:ext cx="567160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4DF20DA-AED3-283F-9A9E-1F1BCED1D049}"/>
              </a:ext>
            </a:extLst>
          </p:cNvPr>
          <p:cNvSpPr>
            <a:spLocks noGrp="1"/>
          </p:cNvSpPr>
          <p:nvPr>
            <p:ph type="ftr" sz="quarter" idx="17"/>
          </p:nvPr>
        </p:nvSpPr>
        <p:spPr/>
        <p:txBody>
          <a:bodyPr/>
          <a:lstStyle/>
          <a:p>
            <a:endParaRPr lang="en-US"/>
          </a:p>
        </p:txBody>
      </p:sp>
      <p:sp>
        <p:nvSpPr>
          <p:cNvPr id="2" name="Date Placeholder 1">
            <a:extLst>
              <a:ext uri="{FF2B5EF4-FFF2-40B4-BE49-F238E27FC236}">
                <a16:creationId xmlns:a16="http://schemas.microsoft.com/office/drawing/2014/main" id="{CD6F5FD8-373C-BC99-B74A-71C2F138E475}"/>
              </a:ext>
            </a:extLst>
          </p:cNvPr>
          <p:cNvSpPr>
            <a:spLocks noGrp="1"/>
          </p:cNvSpPr>
          <p:nvPr>
            <p:ph type="dt" sz="half" idx="16"/>
          </p:nvPr>
        </p:nvSpPr>
        <p:spPr/>
        <p:txBody>
          <a:bodyPr/>
          <a:lstStyle/>
          <a:p>
            <a:endParaRPr lang="en-US"/>
          </a:p>
        </p:txBody>
      </p:sp>
      <p:sp>
        <p:nvSpPr>
          <p:cNvPr id="5" name="Slide Number Placeholder 4">
            <a:extLst>
              <a:ext uri="{FF2B5EF4-FFF2-40B4-BE49-F238E27FC236}">
                <a16:creationId xmlns:a16="http://schemas.microsoft.com/office/drawing/2014/main" id="{FCDC579E-F3C4-55B0-6D77-9FEBF71C56B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801211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679869" y="687494"/>
            <a:ext cx="6318225" cy="1049291"/>
          </a:xfrm>
        </p:spPr>
        <p:txBody>
          <a:bodyPr anchor="t"/>
          <a:lstStyle/>
          <a:p>
            <a:r>
              <a:rPr lang="en-US"/>
              <a:t>Click to edit Master title style</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678871" y="2053560"/>
            <a:ext cx="632784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7707542" y="687492"/>
            <a:ext cx="3805587"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67197" r="-67197"/>
            </a:stretch>
          </a:blipFill>
        </p:spPr>
        <p:txBody>
          <a:bodyPr wrap="square">
            <a:noAutofit/>
          </a:bodyPr>
          <a:lstStyle>
            <a:lvl1pPr marL="0" indent="0">
              <a:buNone/>
              <a:defRPr/>
            </a:lvl1pPr>
          </a:lstStyle>
          <a:p>
            <a:r>
              <a:rPr lang="en-US"/>
              <a:t>   </a:t>
            </a:r>
          </a:p>
        </p:txBody>
      </p:sp>
      <p:sp>
        <p:nvSpPr>
          <p:cNvPr id="3" name="Footer Placeholder 2">
            <a:extLst>
              <a:ext uri="{FF2B5EF4-FFF2-40B4-BE49-F238E27FC236}">
                <a16:creationId xmlns:a16="http://schemas.microsoft.com/office/drawing/2014/main" id="{698FC07B-DBB3-6713-7446-1CB062A1752F}"/>
              </a:ext>
            </a:extLst>
          </p:cNvPr>
          <p:cNvSpPr>
            <a:spLocks noGrp="1"/>
          </p:cNvSpPr>
          <p:nvPr>
            <p:ph type="ftr" sz="quarter" idx="17"/>
          </p:nvPr>
        </p:nvSpPr>
        <p:spPr/>
        <p:txBody>
          <a:bodyPr/>
          <a:lstStyle/>
          <a:p>
            <a:endParaRPr lang="en-US"/>
          </a:p>
        </p:txBody>
      </p:sp>
      <p:sp>
        <p:nvSpPr>
          <p:cNvPr id="2" name="Date Placeholder 1">
            <a:extLst>
              <a:ext uri="{FF2B5EF4-FFF2-40B4-BE49-F238E27FC236}">
                <a16:creationId xmlns:a16="http://schemas.microsoft.com/office/drawing/2014/main" id="{CC5CE356-8F45-9528-A1A3-57FFB6F123C7}"/>
              </a:ext>
            </a:extLst>
          </p:cNvPr>
          <p:cNvSpPr>
            <a:spLocks noGrp="1"/>
          </p:cNvSpPr>
          <p:nvPr>
            <p:ph type="dt" sz="half" idx="16"/>
          </p:nvPr>
        </p:nvSpPr>
        <p:spPr/>
        <p:txBody>
          <a:bodyPr/>
          <a:lstStyle/>
          <a:p>
            <a:endParaRPr lang="en-US"/>
          </a:p>
        </p:txBody>
      </p:sp>
      <p:sp>
        <p:nvSpPr>
          <p:cNvPr id="7" name="Slide Number Placeholder 6">
            <a:extLst>
              <a:ext uri="{FF2B5EF4-FFF2-40B4-BE49-F238E27FC236}">
                <a16:creationId xmlns:a16="http://schemas.microsoft.com/office/drawing/2014/main" id="{019DD9CF-D579-D07B-C24D-5A89B1A420D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391772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3880757"/>
            <a:ext cx="2978729" cy="2282300"/>
          </a:xfrm>
        </p:spPr>
        <p:txBody>
          <a:bodyPr anchor="t">
            <a:norm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732115"/>
            <a:ext cx="10827329" cy="2711216"/>
          </a:xfrm>
          <a:blipFill>
            <a:blip r:embed="rId2">
              <a:alphaModFix amt="60000"/>
              <a:extLst>
                <a:ext uri="{28A0092B-C50C-407E-A947-70E740481C1C}">
                  <a14:useLocalDpi xmlns:a14="http://schemas.microsoft.com/office/drawing/2010/main" val="0"/>
                </a:ext>
              </a:extLst>
            </a:blip>
            <a:srcRect/>
            <a:stretch>
              <a:fillRect t="-84535" b="-39991"/>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8"/>
            <a:ext cx="7404607" cy="22823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E808D1-FDEB-C4DA-A78C-86E9E878FFA9}"/>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ABDC3112-C844-AF9C-BD29-9F54BFB4BEA3}"/>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9853455F-03AC-59D9-5F32-49E6590DEC4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797634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443498" cy="2330454"/>
          </a:xfrm>
        </p:spPr>
        <p:txBody>
          <a:bodyPr anchor="t">
            <a:norm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13267" y="685800"/>
            <a:ext cx="6892933"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78871" y="3636524"/>
            <a:ext cx="10827329" cy="2513999"/>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rcRect/>
            <a:stretch>
              <a:fillRect t="-94491" b="-49353"/>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EE71176D-6F59-6E6F-1B64-88FAB9F6DCC5}"/>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21D15A84-35DF-61C1-E0CD-9C9F5E85A15C}"/>
              </a:ext>
            </a:extLst>
          </p:cNvPr>
          <p:cNvSpPr>
            <a:spLocks noGrp="1"/>
          </p:cNvSpPr>
          <p:nvPr>
            <p:ph type="dt" sz="half" idx="15"/>
          </p:nvPr>
        </p:nvSpPr>
        <p:spPr/>
        <p:txBody>
          <a:bodyPr/>
          <a:lstStyle/>
          <a:p>
            <a:endParaRPr lang="en-US"/>
          </a:p>
        </p:txBody>
      </p:sp>
      <p:sp>
        <p:nvSpPr>
          <p:cNvPr id="6" name="Slide Number Placeholder 5">
            <a:extLst>
              <a:ext uri="{FF2B5EF4-FFF2-40B4-BE49-F238E27FC236}">
                <a16:creationId xmlns:a16="http://schemas.microsoft.com/office/drawing/2014/main" id="{D30D8B36-4FE1-E52B-160B-145190055FA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540191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65601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8731" r="-8731"/>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848599" y="1830773"/>
            <a:ext cx="3657601"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9C74D3-4953-87AB-DEFD-DAE552B32F2A}"/>
              </a:ext>
            </a:extLst>
          </p:cNvPr>
          <p:cNvSpPr>
            <a:spLocks noGrp="1"/>
          </p:cNvSpPr>
          <p:nvPr>
            <p:ph type="ftr" sz="quarter" idx="16"/>
          </p:nvPr>
        </p:nvSpPr>
        <p:spPr/>
        <p:txBody>
          <a:bodyPr/>
          <a:lstStyle/>
          <a:p>
            <a:endParaRPr lang="en-US"/>
          </a:p>
        </p:txBody>
      </p:sp>
      <p:sp>
        <p:nvSpPr>
          <p:cNvPr id="5" name="Date Placeholder 4">
            <a:extLst>
              <a:ext uri="{FF2B5EF4-FFF2-40B4-BE49-F238E27FC236}">
                <a16:creationId xmlns:a16="http://schemas.microsoft.com/office/drawing/2014/main" id="{33B4D3FF-FC3B-DF81-D68A-C24A7A51E7F8}"/>
              </a:ext>
            </a:extLst>
          </p:cNvPr>
          <p:cNvSpPr>
            <a:spLocks noGrp="1"/>
          </p:cNvSpPr>
          <p:nvPr>
            <p:ph type="dt" sz="half" idx="15"/>
          </p:nvPr>
        </p:nvSpPr>
        <p:spPr/>
        <p:txBody>
          <a:bodyPr/>
          <a:lstStyle/>
          <a:p>
            <a:endParaRPr lang="en-US"/>
          </a:p>
        </p:txBody>
      </p:sp>
      <p:sp>
        <p:nvSpPr>
          <p:cNvPr id="7" name="Slide Number Placeholder 6">
            <a:extLst>
              <a:ext uri="{FF2B5EF4-FFF2-40B4-BE49-F238E27FC236}">
                <a16:creationId xmlns:a16="http://schemas.microsoft.com/office/drawing/2014/main" id="{E0B1B140-6B27-A9E5-686F-E0A1260B131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854930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51123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25363" r="-25363"/>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62821" y="1830773"/>
            <a:ext cx="5143379"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A4CDA6C-1820-A056-2B4A-240B4D831E43}"/>
              </a:ext>
            </a:extLst>
          </p:cNvPr>
          <p:cNvSpPr>
            <a:spLocks noGrp="1"/>
          </p:cNvSpPr>
          <p:nvPr>
            <p:ph type="ftr" sz="quarter" idx="16"/>
          </p:nvPr>
        </p:nvSpPr>
        <p:spPr/>
        <p:txBody>
          <a:bodyPr/>
          <a:lstStyle/>
          <a:p>
            <a:endParaRPr lang="en-US"/>
          </a:p>
        </p:txBody>
      </p:sp>
      <p:sp>
        <p:nvSpPr>
          <p:cNvPr id="5" name="Date Placeholder 4">
            <a:extLst>
              <a:ext uri="{FF2B5EF4-FFF2-40B4-BE49-F238E27FC236}">
                <a16:creationId xmlns:a16="http://schemas.microsoft.com/office/drawing/2014/main" id="{1E93D0EB-A6DA-C46E-D18F-B61C44EF0422}"/>
              </a:ext>
            </a:extLst>
          </p:cNvPr>
          <p:cNvSpPr>
            <a:spLocks noGrp="1"/>
          </p:cNvSpPr>
          <p:nvPr>
            <p:ph type="dt" sz="half" idx="15"/>
          </p:nvPr>
        </p:nvSpPr>
        <p:spPr/>
        <p:txBody>
          <a:bodyPr/>
          <a:lstStyle/>
          <a:p>
            <a:endParaRPr lang="en-US"/>
          </a:p>
        </p:txBody>
      </p:sp>
      <p:sp>
        <p:nvSpPr>
          <p:cNvPr id="7" name="Slide Number Placeholder 6">
            <a:extLst>
              <a:ext uri="{FF2B5EF4-FFF2-40B4-BE49-F238E27FC236}">
                <a16:creationId xmlns:a16="http://schemas.microsoft.com/office/drawing/2014/main" id="{86BB683A-634D-19CA-3758-07887799DC4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204783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685800"/>
            <a:ext cx="4274130" cy="1269482"/>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173850"/>
            <a:ext cx="4274130" cy="3963682"/>
          </a:xfrm>
          <a:blipFill>
            <a:blip r:embed="rId2">
              <a:alphaModFix amt="60000"/>
              <a:extLst>
                <a:ext uri="{28A0092B-C50C-407E-A947-70E740481C1C}">
                  <a14:useLocalDpi xmlns:a14="http://schemas.microsoft.com/office/drawing/2010/main" val="0"/>
                </a:ext>
              </a:extLst>
            </a:blip>
            <a:srcRect/>
            <a:stretch>
              <a:fillRect l="-32473" r="-32473"/>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573333" y="685800"/>
            <a:ext cx="5932867" cy="5477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1D79C85-F436-B8CC-25B1-1484A2E6D9E5}"/>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370E5895-9C3C-E2ED-0696-017C51EB8F17}"/>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96110E32-BBC0-38C8-4A92-51464FFB2E45}"/>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76353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1763" y="687493"/>
            <a:ext cx="6724438" cy="1446108"/>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8871" y="687492"/>
            <a:ext cx="3435929"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91918" r="-91918"/>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783374" y="2419354"/>
            <a:ext cx="671421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D434C21-9AE9-F631-7C47-0FF6C5942762}"/>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13D4C698-492C-2FAD-95DB-969CC69A6005}"/>
              </a:ext>
            </a:extLst>
          </p:cNvPr>
          <p:cNvSpPr>
            <a:spLocks noGrp="1"/>
          </p:cNvSpPr>
          <p:nvPr>
            <p:ph type="dt" sz="half" idx="15"/>
          </p:nvPr>
        </p:nvSpPr>
        <p:spPr/>
        <p:txBody>
          <a:bodyPr/>
          <a:lstStyle/>
          <a:p>
            <a:endParaRPr lang="en-US"/>
          </a:p>
        </p:txBody>
      </p:sp>
      <p:sp>
        <p:nvSpPr>
          <p:cNvPr id="9" name="Slide Number Placeholder 8">
            <a:extLst>
              <a:ext uri="{FF2B5EF4-FFF2-40B4-BE49-F238E27FC236}">
                <a16:creationId xmlns:a16="http://schemas.microsoft.com/office/drawing/2014/main" id="{85539C1F-4C6E-483B-915F-317EFA8BE922}"/>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351774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6275" y="687493"/>
            <a:ext cx="7379174" cy="144610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78871" y="2419354"/>
            <a:ext cx="736795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8724022" y="687492"/>
            <a:ext cx="2789107"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24830" r="-124830"/>
            </a:stretch>
          </a:blipFill>
        </p:spPr>
        <p:txBody>
          <a:bodyPr wrap="square">
            <a:noAutofit/>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DA01B279-14F8-811B-68AF-FDEBF89CFB1F}"/>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2087AEB-2562-14F9-A50E-AD7A31F76ADF}"/>
              </a:ext>
            </a:extLst>
          </p:cNvPr>
          <p:cNvSpPr>
            <a:spLocks noGrp="1"/>
          </p:cNvSpPr>
          <p:nvPr>
            <p:ph type="dt" sz="half" idx="15"/>
          </p:nvPr>
        </p:nvSpPr>
        <p:spPr/>
        <p:txBody>
          <a:bodyPr/>
          <a:lstStyle/>
          <a:p>
            <a:endParaRPr lang="en-US"/>
          </a:p>
        </p:txBody>
      </p:sp>
      <p:sp>
        <p:nvSpPr>
          <p:cNvPr id="9" name="Slide Number Placeholder 8">
            <a:extLst>
              <a:ext uri="{FF2B5EF4-FFF2-40B4-BE49-F238E27FC236}">
                <a16:creationId xmlns:a16="http://schemas.microsoft.com/office/drawing/2014/main" id="{D8BBF552-6277-D4E7-9B98-D4080873F74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5565443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3754218" y="687493"/>
            <a:ext cx="7758911" cy="98890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7494" y="687492"/>
            <a:ext cx="2360507" cy="5483016"/>
          </a:xfrm>
          <a:blipFill>
            <a:blip r:embed="rId2">
              <a:alphaModFix amt="60000"/>
              <a:extLst>
                <a:ext uri="{28A0092B-C50C-407E-A947-70E740481C1C}">
                  <a14:useLocalDpi xmlns:a14="http://schemas.microsoft.com/office/drawing/2010/main" val="0"/>
                </a:ext>
              </a:extLst>
            </a:blip>
            <a:srcRect/>
            <a:stretch>
              <a:fillRect l="-156574" r="-156574"/>
            </a:stretch>
          </a:blipFill>
        </p:spPr>
        <p:txBody>
          <a:bodyPr/>
          <a:lstStyle>
            <a:lvl1pPr marL="0" indent="0">
              <a:buNone/>
              <a:defRPr/>
            </a:lvl1pPr>
          </a:lstStyle>
          <a:p>
            <a:r>
              <a:rPr lang="en-US"/>
              <a:t>   </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3754218" y="1953528"/>
            <a:ext cx="7750288"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B734294-24E0-2032-5C49-55BAB969D42C}"/>
              </a:ext>
            </a:extLst>
          </p:cNvPr>
          <p:cNvSpPr>
            <a:spLocks noGrp="1"/>
          </p:cNvSpPr>
          <p:nvPr>
            <p:ph type="ftr" sz="quarter" idx="16"/>
          </p:nvPr>
        </p:nvSpPr>
        <p:spPr/>
        <p:txBody>
          <a:bodyPr/>
          <a:lstStyle/>
          <a:p>
            <a:endParaRPr lang="en-US"/>
          </a:p>
        </p:txBody>
      </p:sp>
      <p:sp>
        <p:nvSpPr>
          <p:cNvPr id="2" name="Date Placeholder 1">
            <a:extLst>
              <a:ext uri="{FF2B5EF4-FFF2-40B4-BE49-F238E27FC236}">
                <a16:creationId xmlns:a16="http://schemas.microsoft.com/office/drawing/2014/main" id="{4B22AC9E-77BC-1AD2-8EB8-923CDF4BBE01}"/>
              </a:ext>
            </a:extLst>
          </p:cNvPr>
          <p:cNvSpPr>
            <a:spLocks noGrp="1"/>
          </p:cNvSpPr>
          <p:nvPr>
            <p:ph type="dt" sz="half" idx="15"/>
          </p:nvPr>
        </p:nvSpPr>
        <p:spPr/>
        <p:txBody>
          <a:bodyPr/>
          <a:lstStyle/>
          <a:p>
            <a:endParaRPr lang="en-US"/>
          </a:p>
        </p:txBody>
      </p:sp>
      <p:sp>
        <p:nvSpPr>
          <p:cNvPr id="4" name="Slide Number Placeholder 3">
            <a:extLst>
              <a:ext uri="{FF2B5EF4-FFF2-40B4-BE49-F238E27FC236}">
                <a16:creationId xmlns:a16="http://schemas.microsoft.com/office/drawing/2014/main" id="{5A2A8A83-D457-8B0A-7A32-F95024D8D586}"/>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1174165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678131" y="687493"/>
            <a:ext cx="8424453" cy="988908"/>
          </a:xfrm>
        </p:spPr>
        <p:txBody>
          <a:bodyPr anchor="t"/>
          <a:lstStyle/>
          <a:p>
            <a:r>
              <a:rPr lang="en-US"/>
              <a:t>Click to edit Master title style</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678871" y="1953528"/>
            <a:ext cx="8415090"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769355" y="687492"/>
            <a:ext cx="1722308" cy="5483016"/>
          </a:xfrm>
          <a:blipFill>
            <a:blip r:embed="rId2">
              <a:alphaModFix amt="60000"/>
              <a:extLst>
                <a:ext uri="{28A0092B-C50C-407E-A947-70E740481C1C}">
                  <a14:useLocalDpi xmlns:a14="http://schemas.microsoft.com/office/drawing/2010/main" val="0"/>
                </a:ext>
              </a:extLst>
            </a:blip>
            <a:srcRect/>
            <a:stretch>
              <a:fillRect l="-233120" r="-233120"/>
            </a:stretch>
          </a:blipFill>
        </p:spPr>
        <p:txBody>
          <a:bodyPr/>
          <a:lstStyle>
            <a:lvl1pPr marL="0" indent="0">
              <a:buNone/>
              <a:defRPr/>
            </a:lvl1pPr>
          </a:lstStyle>
          <a:p>
            <a:r>
              <a:rPr lang="en-US"/>
              <a:t>   </a:t>
            </a:r>
          </a:p>
        </p:txBody>
      </p:sp>
      <p:sp>
        <p:nvSpPr>
          <p:cNvPr id="3" name="Footer Placeholder 2">
            <a:extLst>
              <a:ext uri="{FF2B5EF4-FFF2-40B4-BE49-F238E27FC236}">
                <a16:creationId xmlns:a16="http://schemas.microsoft.com/office/drawing/2014/main" id="{6963ABC3-6B6D-93A5-5D5C-31E2D53D3F40}"/>
              </a:ext>
            </a:extLst>
          </p:cNvPr>
          <p:cNvSpPr>
            <a:spLocks noGrp="1"/>
          </p:cNvSpPr>
          <p:nvPr>
            <p:ph type="ftr" sz="quarter" idx="16"/>
          </p:nvPr>
        </p:nvSpPr>
        <p:spPr/>
        <p:txBody>
          <a:bodyPr/>
          <a:lstStyle/>
          <a:p>
            <a:endParaRPr lang="en-US"/>
          </a:p>
        </p:txBody>
      </p:sp>
      <p:sp>
        <p:nvSpPr>
          <p:cNvPr id="2" name="Date Placeholder 1">
            <a:extLst>
              <a:ext uri="{FF2B5EF4-FFF2-40B4-BE49-F238E27FC236}">
                <a16:creationId xmlns:a16="http://schemas.microsoft.com/office/drawing/2014/main" id="{C47FF304-5BE8-9322-A906-1705F80BA2A6}"/>
              </a:ext>
            </a:extLst>
          </p:cNvPr>
          <p:cNvSpPr>
            <a:spLocks noGrp="1"/>
          </p:cNvSpPr>
          <p:nvPr>
            <p:ph type="dt" sz="half" idx="15"/>
          </p:nvPr>
        </p:nvSpPr>
        <p:spPr/>
        <p:txBody>
          <a:bodyPr/>
          <a:lstStyle/>
          <a:p>
            <a:endParaRPr lang="en-US"/>
          </a:p>
        </p:txBody>
      </p:sp>
      <p:sp>
        <p:nvSpPr>
          <p:cNvPr id="4" name="Slide Number Placeholder 3">
            <a:extLst>
              <a:ext uri="{FF2B5EF4-FFF2-40B4-BE49-F238E27FC236}">
                <a16:creationId xmlns:a16="http://schemas.microsoft.com/office/drawing/2014/main" id="{A9E9EE94-4C42-847B-A24C-BB0C72B4D29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400398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2855064" cy="2972670"/>
          </a:xfrm>
        </p:spPr>
        <p:txBody>
          <a:bodyPr anchor="t">
            <a:norm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0" y="3942324"/>
            <a:ext cx="2855065" cy="2206578"/>
          </a:xfrm>
          <a:blipFill>
            <a:blip r:embed="rId2">
              <a:alphaModFix amt="60000"/>
              <a:extLst>
                <a:ext uri="{28A0092B-C50C-407E-A947-70E740481C1C}">
                  <a14:useLocalDpi xmlns:a14="http://schemas.microsoft.com/office/drawing/2010/main" val="0"/>
                </a:ext>
              </a:extLst>
            </a:blip>
            <a:srcRect/>
            <a:stretch>
              <a:fillRect l="-18733" r="-18733"/>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54267" y="687492"/>
            <a:ext cx="7348626" cy="54830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BD4A13-0539-3541-39AF-1B480EBA2F2D}"/>
              </a:ext>
            </a:extLst>
          </p:cNvPr>
          <p:cNvSpPr>
            <a:spLocks noGrp="1"/>
          </p:cNvSpPr>
          <p:nvPr>
            <p:ph type="ftr" sz="quarter" idx="16"/>
          </p:nvPr>
        </p:nvSpPr>
        <p:spPr/>
        <p:txBody>
          <a:bodyPr/>
          <a:lstStyle/>
          <a:p>
            <a:endParaRPr lang="en-US"/>
          </a:p>
        </p:txBody>
      </p:sp>
      <p:sp>
        <p:nvSpPr>
          <p:cNvPr id="5" name="Date Placeholder 4">
            <a:extLst>
              <a:ext uri="{FF2B5EF4-FFF2-40B4-BE49-F238E27FC236}">
                <a16:creationId xmlns:a16="http://schemas.microsoft.com/office/drawing/2014/main" id="{FB8ACC0E-954E-D09D-5796-336CDFE59B7E}"/>
              </a:ext>
            </a:extLst>
          </p:cNvPr>
          <p:cNvSpPr>
            <a:spLocks noGrp="1"/>
          </p:cNvSpPr>
          <p:nvPr>
            <p:ph type="dt" sz="half" idx="15"/>
          </p:nvPr>
        </p:nvSpPr>
        <p:spPr/>
        <p:txBody>
          <a:bodyPr/>
          <a:lstStyle/>
          <a:p>
            <a:endParaRPr lang="en-US"/>
          </a:p>
        </p:txBody>
      </p:sp>
      <p:sp>
        <p:nvSpPr>
          <p:cNvPr id="9" name="Slide Number Placeholder 8">
            <a:extLst>
              <a:ext uri="{FF2B5EF4-FFF2-40B4-BE49-F238E27FC236}">
                <a16:creationId xmlns:a16="http://schemas.microsoft.com/office/drawing/2014/main" id="{2AB00B6B-DAF9-BF70-8202-C26BBB5E7434}"/>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855327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26CE28-2F47-41A4-DF25-8AEC2F9F9580}"/>
              </a:ext>
            </a:extLst>
          </p:cNvPr>
          <p:cNvSpPr>
            <a:spLocks noGrp="1"/>
          </p:cNvSpPr>
          <p:nvPr>
            <p:ph type="title"/>
          </p:nvPr>
        </p:nvSpPr>
        <p:spPr>
          <a:xfrm>
            <a:off x="678872" y="5027214"/>
            <a:ext cx="7620000" cy="1135842"/>
          </a:xfrm>
        </p:spPr>
        <p:txBody>
          <a:bodyPr anchor="t">
            <a:normAutofit/>
          </a:bodyPr>
          <a:lstStyle>
            <a:lvl1pPr>
              <a:defRPr sz="2000"/>
            </a:lvl1pPr>
          </a:lstStyle>
          <a:p>
            <a:r>
              <a:rPr lang="en-US"/>
              <a:t>Click to edit Master title style</a:t>
            </a:r>
          </a:p>
        </p:txBody>
      </p:sp>
      <p:sp>
        <p:nvSpPr>
          <p:cNvPr id="8" name="Content Placeholder 7">
            <a:extLst>
              <a:ext uri="{FF2B5EF4-FFF2-40B4-BE49-F238E27FC236}">
                <a16:creationId xmlns:a16="http://schemas.microsoft.com/office/drawing/2014/main" id="{857B16B5-93A5-3ACF-80AB-6B1967DD6DE4}"/>
              </a:ext>
            </a:extLst>
          </p:cNvPr>
          <p:cNvSpPr>
            <a:spLocks noGrp="1"/>
          </p:cNvSpPr>
          <p:nvPr>
            <p:ph sz="quarter" idx="14" hasCustomPrompt="1"/>
          </p:nvPr>
        </p:nvSpPr>
        <p:spPr>
          <a:xfrm>
            <a:off x="678872" y="2743201"/>
            <a:ext cx="5638800" cy="2284013"/>
          </a:xfrm>
        </p:spPr>
        <p:txBody>
          <a:bodyPr anchor="b"/>
          <a:lstStyle>
            <a:lvl1pPr marL="0" indent="0">
              <a:buNone/>
              <a:defRPr sz="13800"/>
            </a:lvl1pPr>
          </a:lstStyle>
          <a:p>
            <a:pPr lvl="0"/>
            <a:r>
              <a:rPr lang="en-US"/>
              <a:t>##%</a:t>
            </a:r>
          </a:p>
        </p:txBody>
      </p:sp>
    </p:spTree>
    <p:extLst>
      <p:ext uri="{BB962C8B-B14F-4D97-AF65-F5344CB8AC3E}">
        <p14:creationId xmlns:p14="http://schemas.microsoft.com/office/powerpoint/2010/main" val="15318918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562600" y="4800600"/>
            <a:ext cx="5943600" cy="1388534"/>
          </a:xfrm>
        </p:spPr>
        <p:txBody>
          <a:bodyPr vert="horz" lIns="91440" tIns="45720" rIns="91440" bIns="45720" rtlCol="0" anchor="t">
            <a:normAutofit/>
          </a:bodyPr>
          <a:lstStyle>
            <a:lvl1pPr algn="r">
              <a:lnSpc>
                <a:spcPct val="110000"/>
              </a:lnSpc>
              <a:defRPr lang="en-US" sz="2000" dirty="0">
                <a:latin typeface="+mn-lt"/>
              </a:defRPr>
            </a:lvl1pPr>
          </a:lstStyle>
          <a:p>
            <a:pPr lvl="0">
              <a:lnSpc>
                <a:spcPct val="110000"/>
              </a:lnSpc>
            </a:pPr>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562601" y="1676400"/>
            <a:ext cx="5943600" cy="3124200"/>
          </a:xfrm>
        </p:spPr>
        <p:txBody>
          <a:bodyPr vert="horz" lIns="91440" tIns="45720" rIns="91440" bIns="45720" rtlCol="0" anchor="b">
            <a:normAutofit/>
          </a:bodyPr>
          <a:lstStyle>
            <a:lvl1pPr marL="0" indent="0" algn="r">
              <a:lnSpc>
                <a:spcPct val="90000"/>
              </a:lnSpc>
              <a:buNone/>
              <a:defRPr lang="en-US" sz="13800" b="0" dirty="0">
                <a:latin typeface="+mj-lt"/>
              </a:defRPr>
            </a:lvl1pPr>
          </a:lstStyle>
          <a:p>
            <a:pPr marL="0" lvl="0" indent="0">
              <a:lnSpc>
                <a:spcPct val="90000"/>
              </a:lnSpc>
              <a:buNone/>
            </a:pPr>
            <a:r>
              <a:rPr lang="en-US"/>
              <a:t>##%</a:t>
            </a:r>
          </a:p>
        </p:txBody>
      </p:sp>
    </p:spTree>
    <p:extLst>
      <p:ext uri="{BB962C8B-B14F-4D97-AF65-F5344CB8AC3E}">
        <p14:creationId xmlns:p14="http://schemas.microsoft.com/office/powerpoint/2010/main" val="13722541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860804" y="4191001"/>
            <a:ext cx="8470392" cy="1762537"/>
          </a:xfrm>
        </p:spPr>
        <p:txBody>
          <a:bodyPr anchor="t">
            <a:normAutofit/>
          </a:bodyPr>
          <a:lstStyle>
            <a:lvl1pPr algn="ctr">
              <a:lnSpc>
                <a:spcPct val="110000"/>
              </a:lnSpc>
              <a:defRPr lang="en-US" sz="2000" b="0" kern="1200" cap="all" spc="600" baseline="0">
                <a:solidFill>
                  <a:schemeClr val="tx1"/>
                </a:solidFill>
                <a:latin typeface="+mn-lt"/>
                <a:ea typeface="+mj-ea"/>
                <a:cs typeface="+mj-cs"/>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860804" y="694935"/>
            <a:ext cx="8470392" cy="3496065"/>
          </a:xfrm>
        </p:spPr>
        <p:txBody>
          <a:bodyPr anchor="b">
            <a:normAutofit/>
          </a:bodyPr>
          <a:lstStyle>
            <a:lvl1pPr marL="0" indent="0" algn="ctr">
              <a:lnSpc>
                <a:spcPct val="90000"/>
              </a:lnSpc>
              <a:buNone/>
              <a:defRPr sz="13800" b="0">
                <a:solidFill>
                  <a:schemeClr val="tx1"/>
                </a:solidFill>
                <a:latin typeface="+mj-lt"/>
              </a:defRPr>
            </a:lvl1pPr>
          </a:lstStyle>
          <a:p>
            <a:pPr lvl="0"/>
            <a:r>
              <a:rPr lang="en-US"/>
              <a:t>##%</a:t>
            </a:r>
          </a:p>
        </p:txBody>
      </p:sp>
    </p:spTree>
    <p:extLst>
      <p:ext uri="{BB962C8B-B14F-4D97-AF65-F5344CB8AC3E}">
        <p14:creationId xmlns:p14="http://schemas.microsoft.com/office/powerpoint/2010/main" val="136890448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39147" y="1830774"/>
            <a:ext cx="9113707" cy="3196443"/>
          </a:xfrm>
        </p:spPr>
        <p:txBody>
          <a:bodyPr vert="horz" lIns="91440" tIns="45720" rIns="91440" bIns="45720" rtlCol="0" anchor="ctr">
            <a:normAutofit/>
          </a:bodyPr>
          <a:lstStyle>
            <a:lvl1pPr marL="0" indent="0" algn="ctr">
              <a:lnSpc>
                <a:spcPct val="90000"/>
              </a:lnSpc>
              <a:buNone/>
              <a:defRPr lang="en-US" sz="4000" b="0" cap="all" spc="600" baseline="0" dirty="0">
                <a:ea typeface="+mj-ea"/>
                <a:cs typeface="+mj-cs"/>
              </a:defRPr>
            </a:lvl1pPr>
            <a:lvl2pPr marL="228600" indent="0" algn="ctr">
              <a:lnSpc>
                <a:spcPct val="90000"/>
              </a:lnSpc>
              <a:buNone/>
              <a:defRPr lang="en-US" sz="2000" dirty="0"/>
            </a:lvl2pPr>
            <a:lvl3pPr marL="457200" indent="0" algn="ctr">
              <a:lnSpc>
                <a:spcPct val="90000"/>
              </a:lnSpc>
              <a:buNone/>
              <a:defRPr lang="en-US" sz="2000" dirty="0"/>
            </a:lvl3pPr>
            <a:lvl4pPr marL="685800" indent="0" algn="ctr">
              <a:lnSpc>
                <a:spcPct val="90000"/>
              </a:lnSpc>
              <a:buNone/>
              <a:defRPr lang="en-US" sz="2000" dirty="0"/>
            </a:lvl4pPr>
            <a:lvl5pPr marL="914400" indent="0" algn="ctr">
              <a:lnSpc>
                <a:spcPct val="90000"/>
              </a:lnSpc>
              <a:buNone/>
              <a:defRPr lang="en-US" sz="2000" dirty="0"/>
            </a:lvl5pPr>
          </a:lstStyle>
          <a:p>
            <a:pPr lvl="0">
              <a:spcBef>
                <a:spcPct val="0"/>
              </a:spcBef>
              <a:buNone/>
            </a:pPr>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8605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78871" y="1325691"/>
            <a:ext cx="7169728" cy="4837366"/>
          </a:xfrm>
        </p:spPr>
        <p:txBody>
          <a:bodyPr anchor="b">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36126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6" name="Content Placeholder 6">
            <a:extLst>
              <a:ext uri="{FF2B5EF4-FFF2-40B4-BE49-F238E27FC236}">
                <a16:creationId xmlns:a16="http://schemas.microsoft.com/office/drawing/2014/main" id="{2A9D377F-07AE-65AF-821F-A5C0F12804B3}"/>
              </a:ext>
            </a:extLst>
          </p:cNvPr>
          <p:cNvSpPr>
            <a:spLocks noGrp="1"/>
          </p:cNvSpPr>
          <p:nvPr>
            <p:ph sz="quarter" idx="13" hasCustomPrompt="1"/>
          </p:nvPr>
        </p:nvSpPr>
        <p:spPr>
          <a:xfrm>
            <a:off x="678871" y="720332"/>
            <a:ext cx="6702552" cy="4306886"/>
          </a:xfrm>
        </p:spPr>
        <p:txBody>
          <a:bodyPr anchor="t">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18470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105400" y="5440680"/>
            <a:ext cx="6400800" cy="640080"/>
          </a:xfrm>
        </p:spPr>
        <p:txBody>
          <a:bodyPr anchor="ctr">
            <a:normAutofit/>
          </a:bodyPr>
          <a:lstStyle>
            <a:lvl1pPr algn="r">
              <a:lnSpc>
                <a:spcPct val="120000"/>
              </a:lnSpc>
              <a:defRPr sz="1600" spc="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105400" y="1600200"/>
            <a:ext cx="6400800" cy="3332480"/>
          </a:xfrm>
        </p:spPr>
        <p:txBody>
          <a:bodyPr anchor="b">
            <a:normAutofit/>
          </a:bodyPr>
          <a:lstStyle>
            <a:lvl1pPr marL="164592" indent="-164592" algn="r">
              <a:lnSpc>
                <a:spcPct val="10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245724227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A93739-F149-35A6-ADA9-A0193DD6D4F2}"/>
              </a:ext>
            </a:extLst>
          </p:cNvPr>
          <p:cNvSpPr>
            <a:spLocks noGrp="1"/>
          </p:cNvSpPr>
          <p:nvPr>
            <p:ph type="title" hasCustomPrompt="1"/>
          </p:nvPr>
        </p:nvSpPr>
        <p:spPr>
          <a:xfrm>
            <a:off x="678872" y="5440354"/>
            <a:ext cx="5102352" cy="669472"/>
          </a:xfrm>
        </p:spPr>
        <p:txBody>
          <a:bodyPr anchor="ctr"/>
          <a:lstStyle>
            <a:lvl1pPr>
              <a:lnSpc>
                <a:spcPct val="120000"/>
              </a:lnSpc>
              <a:defRPr sz="1600" spc="0" baseline="0"/>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78872" y="914400"/>
            <a:ext cx="5102352" cy="4206240"/>
          </a:xfrm>
        </p:spPr>
        <p:txBody>
          <a:bodyPr anchor="b">
            <a:normAutofit/>
          </a:bodyPr>
          <a:lstStyle>
            <a:lvl1pPr marL="0" indent="0">
              <a:lnSpc>
                <a:spcPct val="10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21423073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943EF64-B72A-842D-443E-85E51FB9C0C7}"/>
              </a:ext>
            </a:extLst>
          </p:cNvPr>
          <p:cNvSpPr>
            <a:spLocks noGrp="1"/>
          </p:cNvSpPr>
          <p:nvPr>
            <p:ph type="title" hasCustomPrompt="1"/>
          </p:nvPr>
        </p:nvSpPr>
        <p:spPr>
          <a:xfrm>
            <a:off x="2895600" y="4602480"/>
            <a:ext cx="6400800" cy="640080"/>
          </a:xfrm>
        </p:spPr>
        <p:txBody>
          <a:bodyPr anchor="ctr">
            <a:normAutofit/>
          </a:bodyPr>
          <a:lstStyle>
            <a:lvl1pPr algn="ctr">
              <a:lnSpc>
                <a:spcPct val="120000"/>
              </a:lnSpc>
              <a:defRPr sz="1600" spc="0">
                <a:solidFill>
                  <a:schemeClr val="tx1"/>
                </a:solidFill>
                <a:latin typeface="+mn-lt"/>
              </a:defRPr>
            </a:lvl1pPr>
          </a:lstStyle>
          <a:p>
            <a:r>
              <a:rPr lang="en-US"/>
              <a:t>Quote Author</a:t>
            </a:r>
          </a:p>
        </p:txBody>
      </p:sp>
      <p:sp>
        <p:nvSpPr>
          <p:cNvPr id="4" name="Content Placeholder 6">
            <a:extLst>
              <a:ext uri="{FF2B5EF4-FFF2-40B4-BE49-F238E27FC236}">
                <a16:creationId xmlns:a16="http://schemas.microsoft.com/office/drawing/2014/main" id="{0648D1EC-4439-0A29-775B-BBF446B5FEC6}"/>
              </a:ext>
            </a:extLst>
          </p:cNvPr>
          <p:cNvSpPr>
            <a:spLocks noGrp="1"/>
          </p:cNvSpPr>
          <p:nvPr>
            <p:ph sz="quarter" idx="13" hasCustomPrompt="1"/>
          </p:nvPr>
        </p:nvSpPr>
        <p:spPr>
          <a:xfrm>
            <a:off x="1466850" y="1143000"/>
            <a:ext cx="9258300" cy="2951480"/>
          </a:xfrm>
        </p:spPr>
        <p:txBody>
          <a:bodyPr anchor="b">
            <a:normAutofit/>
          </a:bodyPr>
          <a:lstStyle>
            <a:lvl1pPr marL="164592" indent="-164592" algn="ctr">
              <a:lnSpc>
                <a:spcPct val="10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597889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948E0A-DAAD-770F-21DF-99504CDB6948}"/>
              </a:ext>
            </a:extLst>
          </p:cNvPr>
          <p:cNvSpPr>
            <a:spLocks noGrp="1"/>
          </p:cNvSpPr>
          <p:nvPr>
            <p:ph type="title"/>
          </p:nvPr>
        </p:nvSpPr>
        <p:spPr>
          <a:xfrm>
            <a:off x="678871" y="694932"/>
            <a:ext cx="10827330" cy="985966"/>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6122" y="2057399"/>
            <a:ext cx="5140007"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365872" y="2057399"/>
            <a:ext cx="5140328"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EA833E-541C-85C6-BF1E-EC605C8F4B39}"/>
              </a:ext>
            </a:extLst>
          </p:cNvPr>
          <p:cNvSpPr>
            <a:spLocks noGrp="1"/>
          </p:cNvSpPr>
          <p:nvPr>
            <p:ph type="ftr" sz="quarter" idx="18"/>
          </p:nvPr>
        </p:nvSpPr>
        <p:spPr/>
        <p:txBody>
          <a:bodyPr/>
          <a:lstStyle/>
          <a:p>
            <a:endParaRPr lang="en-US"/>
          </a:p>
        </p:txBody>
      </p:sp>
      <p:sp>
        <p:nvSpPr>
          <p:cNvPr id="2" name="Date Placeholder 1">
            <a:extLst>
              <a:ext uri="{FF2B5EF4-FFF2-40B4-BE49-F238E27FC236}">
                <a16:creationId xmlns:a16="http://schemas.microsoft.com/office/drawing/2014/main" id="{F14C70C3-D6A0-EE88-649F-33534359824B}"/>
              </a:ext>
            </a:extLst>
          </p:cNvPr>
          <p:cNvSpPr>
            <a:spLocks noGrp="1"/>
          </p:cNvSpPr>
          <p:nvPr>
            <p:ph type="dt" sz="half" idx="17"/>
          </p:nvPr>
        </p:nvSpPr>
        <p:spPr/>
        <p:txBody>
          <a:bodyPr/>
          <a:lstStyle/>
          <a:p>
            <a:endParaRPr lang="en-US"/>
          </a:p>
        </p:txBody>
      </p:sp>
      <p:sp>
        <p:nvSpPr>
          <p:cNvPr id="6" name="Slide Number Placeholder 5">
            <a:extLst>
              <a:ext uri="{FF2B5EF4-FFF2-40B4-BE49-F238E27FC236}">
                <a16:creationId xmlns:a16="http://schemas.microsoft.com/office/drawing/2014/main" id="{05795649-E940-A4B1-5901-B56C3AF3CD3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133620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B7E0276-8109-589D-7633-DD4218D7AD4D}"/>
              </a:ext>
            </a:extLst>
          </p:cNvPr>
          <p:cNvSpPr>
            <a:spLocks noGrp="1"/>
          </p:cNvSpPr>
          <p:nvPr>
            <p:ph type="title"/>
          </p:nvPr>
        </p:nvSpPr>
        <p:spPr>
          <a:xfrm>
            <a:off x="678870" y="694932"/>
            <a:ext cx="10827329" cy="985966"/>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78870" y="1954766"/>
            <a:ext cx="514741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65774" y="1954766"/>
            <a:ext cx="5141914"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068456CB-E141-4FD9-87C3-ECEBF8A7D9A1}"/>
              </a:ext>
            </a:extLst>
          </p:cNvPr>
          <p:cNvSpPr>
            <a:spLocks noGrp="1"/>
          </p:cNvSpPr>
          <p:nvPr>
            <p:ph sz="quarter" idx="15"/>
          </p:nvPr>
        </p:nvSpPr>
        <p:spPr>
          <a:xfrm>
            <a:off x="680459" y="2788468"/>
            <a:ext cx="5145670"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8C7E4C7-BE12-E106-3871-9FD922E346B3}"/>
              </a:ext>
            </a:extLst>
          </p:cNvPr>
          <p:cNvSpPr>
            <a:spLocks noGrp="1"/>
          </p:cNvSpPr>
          <p:nvPr>
            <p:ph sz="quarter" idx="16"/>
          </p:nvPr>
        </p:nvSpPr>
        <p:spPr>
          <a:xfrm>
            <a:off x="6365871" y="2788468"/>
            <a:ext cx="5140177"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F60D6F2-E303-8711-DD86-38797649A730}"/>
              </a:ext>
            </a:extLst>
          </p:cNvPr>
          <p:cNvSpPr>
            <a:spLocks noGrp="1"/>
          </p:cNvSpPr>
          <p:nvPr>
            <p:ph type="ftr" sz="quarter" idx="18"/>
          </p:nvPr>
        </p:nvSpPr>
        <p:spPr/>
        <p:txBody>
          <a:bodyPr/>
          <a:lstStyle/>
          <a:p>
            <a:endParaRPr lang="en-US"/>
          </a:p>
        </p:txBody>
      </p:sp>
      <p:sp>
        <p:nvSpPr>
          <p:cNvPr id="2" name="Date Placeholder 1">
            <a:extLst>
              <a:ext uri="{FF2B5EF4-FFF2-40B4-BE49-F238E27FC236}">
                <a16:creationId xmlns:a16="http://schemas.microsoft.com/office/drawing/2014/main" id="{7C3E9AFB-293B-FDFA-726C-92E53E70E9AF}"/>
              </a:ext>
            </a:extLst>
          </p:cNvPr>
          <p:cNvSpPr>
            <a:spLocks noGrp="1"/>
          </p:cNvSpPr>
          <p:nvPr>
            <p:ph type="dt" sz="half" idx="17"/>
          </p:nvPr>
        </p:nvSpPr>
        <p:spPr/>
        <p:txBody>
          <a:bodyPr/>
          <a:lstStyle/>
          <a:p>
            <a:endParaRPr lang="en-US"/>
          </a:p>
        </p:txBody>
      </p:sp>
      <p:sp>
        <p:nvSpPr>
          <p:cNvPr id="6" name="Slide Number Placeholder 5">
            <a:extLst>
              <a:ext uri="{FF2B5EF4-FFF2-40B4-BE49-F238E27FC236}">
                <a16:creationId xmlns:a16="http://schemas.microsoft.com/office/drawing/2014/main" id="{365AF8AA-F8D4-60EA-F11A-6775234BA52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770428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A025B8-8BA0-89AA-4360-51FBAF2B224B}"/>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Footer Placeholder 2">
            <a:extLst>
              <a:ext uri="{FF2B5EF4-FFF2-40B4-BE49-F238E27FC236}">
                <a16:creationId xmlns:a16="http://schemas.microsoft.com/office/drawing/2014/main" id="{BAC59BD1-7576-196A-D571-FD57E7190429}"/>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D684E8B1-4F38-9B1B-6424-6BC2452D4DE6}"/>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2004E196-21CE-CE9F-7563-03912CCB4D6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025853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B9ECF3-58F8-D0BC-147E-E4CFB4923C49}"/>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5C939631-83CC-B848-B327-B33DAF5AF158}"/>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68070C40-BA47-C8B9-46F3-E3616FAC2C2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900419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2" y="685800"/>
            <a:ext cx="3962398" cy="1616185"/>
          </a:xfrm>
        </p:spPr>
        <p:txBody>
          <a:bodyPr anchor="t">
            <a:normAutofit/>
          </a:bodyPr>
          <a:lstStyle>
            <a:lvl1pPr>
              <a:defRPr sz="24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85801" y="2590800"/>
            <a:ext cx="3962399" cy="357225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85800"/>
            <a:ext cx="6371491" cy="546812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830137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78871" y="685800"/>
            <a:ext cx="4242643" cy="1624931"/>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0679" y="2826137"/>
            <a:ext cx="4230787" cy="333692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698756"/>
            <a:ext cx="6165717" cy="5442639"/>
          </a:xfrm>
          <a:blipFill>
            <a:blip r:embed="rId2">
              <a:alphaModFix amt="60000"/>
              <a:extLst>
                <a:ext uri="{28A0092B-C50C-407E-A947-70E740481C1C}">
                  <a14:useLocalDpi xmlns:a14="http://schemas.microsoft.com/office/drawing/2010/main" val="0"/>
                </a:ext>
              </a:extLst>
            </a:blip>
            <a:srcRect/>
            <a:stretch>
              <a:fillRect l="-28837" r="-28837"/>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6410238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685800"/>
            <a:ext cx="5417129" cy="1819664"/>
          </a:xfrm>
        </p:spPr>
        <p:txBody>
          <a:bodyPr anchor="t">
            <a:no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78871" y="3276599"/>
            <a:ext cx="10827329" cy="288645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6179F71-BB04-AC80-5A43-4718DF5050BB}"/>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B2C1D9A8-162F-30DE-21D0-F531C2AC38B5}"/>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91903FBD-DD44-33D2-4C38-3C6BF9FB5E0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85041642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06305"/>
            <a:ext cx="6370507" cy="1842020"/>
          </a:xfrm>
        </p:spPr>
        <p:txBody>
          <a:bodyPr anchor="b">
            <a:no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78871" y="2701660"/>
            <a:ext cx="6370507" cy="2325557"/>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09DDBCCE-CCAB-448A-1E13-595ADE9E2A88}"/>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1" name="Slide Number Placeholder 5">
            <a:extLst>
              <a:ext uri="{FF2B5EF4-FFF2-40B4-BE49-F238E27FC236}">
                <a16:creationId xmlns:a16="http://schemas.microsoft.com/office/drawing/2014/main" id="{02C093BF-07F3-517D-599F-4A80C3D441E7}"/>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37163853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78871" y="694938"/>
            <a:ext cx="10825637" cy="79208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78872" y="1676400"/>
            <a:ext cx="10825636" cy="44866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hidden="1">
            <a:extLst>
              <a:ext uri="{FF2B5EF4-FFF2-40B4-BE49-F238E27FC236}">
                <a16:creationId xmlns:a16="http://schemas.microsoft.com/office/drawing/2014/main" id="{D7982C74-1A7B-1EF6-C767-EC1102B8BC05}"/>
              </a:ext>
            </a:extLst>
          </p:cNvPr>
          <p:cNvSpPr/>
          <p:nvPr/>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hidden="1">
            <a:extLst>
              <a:ext uri="{FF2B5EF4-FFF2-40B4-BE49-F238E27FC236}">
                <a16:creationId xmlns:a16="http://schemas.microsoft.com/office/drawing/2014/main" id="{1C58F15E-3B29-FA0D-33D1-930904DB63AC}"/>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3">
            <a:extLst>
              <a:ext uri="{FF2B5EF4-FFF2-40B4-BE49-F238E27FC236}">
                <a16:creationId xmlns:a16="http://schemas.microsoft.com/office/drawing/2014/main" id="{CACE51C6-D285-36B9-E05D-34304BF86607}"/>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53C65791-CE33-6F98-64A9-9C6803567DBD}"/>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rtl="0">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9C4E2BDE-BF41-53AE-AAF9-E1E0BE6AB889}"/>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rtl="0">
              <a:defRPr sz="900">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4823839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Lst>
  <p:hf sldNum="0" hdr="0" ftr="0" dt="0"/>
  <p:txStyles>
    <p:titleStyle>
      <a:lvl1pPr algn="l" defTabSz="914400" rtl="0" eaLnBrk="1" latinLnBrk="0" hangingPunct="1">
        <a:lnSpc>
          <a:spcPct val="100000"/>
        </a:lnSpc>
        <a:spcBef>
          <a:spcPct val="0"/>
        </a:spcBef>
        <a:buNone/>
        <a:defRPr sz="2800" b="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userDrawn="1">
          <p15:clr>
            <a:srgbClr val="F26B43"/>
          </p15:clr>
        </p15:guide>
        <p15:guide id="28" pos="3840" userDrawn="1">
          <p15:clr>
            <a:srgbClr val="F26B43"/>
          </p15:clr>
        </p15:guide>
        <p15:guide id="29" pos="7296" userDrawn="1">
          <p15:clr>
            <a:srgbClr val="F26B43"/>
          </p15:clr>
        </p15:guide>
        <p15:guide id="30"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30.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33762-3956-7577-6782-11DAF771158A}"/>
              </a:ext>
            </a:extLst>
          </p:cNvPr>
          <p:cNvSpPr>
            <a:spLocks noGrp="1"/>
          </p:cNvSpPr>
          <p:nvPr>
            <p:ph type="ctrTitle"/>
          </p:nvPr>
        </p:nvSpPr>
        <p:spPr>
          <a:xfrm>
            <a:off x="651450" y="4038601"/>
            <a:ext cx="6587550" cy="2209800"/>
          </a:xfrm>
        </p:spPr>
        <p:txBody>
          <a:bodyPr anchor="t">
            <a:normAutofit/>
          </a:bodyPr>
          <a:lstStyle/>
          <a:p>
            <a:r>
              <a:rPr lang="en-US"/>
              <a:t>Netflix Country Contribution Analysis</a:t>
            </a:r>
          </a:p>
        </p:txBody>
      </p:sp>
      <p:sp>
        <p:nvSpPr>
          <p:cNvPr id="3" name="Subtitle 2">
            <a:extLst>
              <a:ext uri="{FF2B5EF4-FFF2-40B4-BE49-F238E27FC236}">
                <a16:creationId xmlns:a16="http://schemas.microsoft.com/office/drawing/2014/main" id="{576EBB15-CDEF-0146-32FC-EA361C4C559F}"/>
              </a:ext>
            </a:extLst>
          </p:cNvPr>
          <p:cNvSpPr>
            <a:spLocks noGrp="1"/>
          </p:cNvSpPr>
          <p:nvPr>
            <p:ph type="subTitle" idx="1"/>
          </p:nvPr>
        </p:nvSpPr>
        <p:spPr>
          <a:xfrm>
            <a:off x="6635578" y="5288692"/>
            <a:ext cx="6229865" cy="1466335"/>
          </a:xfrm>
        </p:spPr>
        <p:txBody>
          <a:bodyPr anchor="b">
            <a:normAutofit/>
          </a:bodyPr>
          <a:lstStyle/>
          <a:p>
            <a:pPr algn="ctr"/>
            <a:r>
              <a:rPr lang="en-US" dirty="0"/>
              <a:t>Thembela Thandokazi (Thando) Voyizana</a:t>
            </a:r>
          </a:p>
          <a:p>
            <a:pPr algn="ctr"/>
            <a:r>
              <a:rPr lang="en-US" dirty="0"/>
              <a:t>LIFT HORIZON PRESENTATION</a:t>
            </a:r>
          </a:p>
        </p:txBody>
      </p:sp>
      <p:pic>
        <p:nvPicPr>
          <p:cNvPr id="4" name="Picture 3" descr="Digital map with light leak background">
            <a:extLst>
              <a:ext uri="{FF2B5EF4-FFF2-40B4-BE49-F238E27FC236}">
                <a16:creationId xmlns:a16="http://schemas.microsoft.com/office/drawing/2014/main" id="{62006D59-6CB5-4272-A4B5-4559F75B0F0F}"/>
              </a:ext>
            </a:extLst>
          </p:cNvPr>
          <p:cNvPicPr>
            <a:picLocks noChangeAspect="1"/>
          </p:cNvPicPr>
          <p:nvPr/>
        </p:nvPicPr>
        <p:blipFill>
          <a:blip r:embed="rId3"/>
          <a:srcRect t="31519" r="-1" b="29470"/>
          <a:stretch>
            <a:fillRect/>
          </a:stretch>
        </p:blipFill>
        <p:spPr>
          <a:xfrm>
            <a:off x="678870" y="609598"/>
            <a:ext cx="10827330" cy="2819402"/>
          </a:xfrm>
          <a:prstGeom prst="rect">
            <a:avLst/>
          </a:prstGeom>
        </p:spPr>
      </p:pic>
    </p:spTree>
    <p:extLst>
      <p:ext uri="{BB962C8B-B14F-4D97-AF65-F5344CB8AC3E}">
        <p14:creationId xmlns:p14="http://schemas.microsoft.com/office/powerpoint/2010/main" val="27169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par>
                                <p:cTn id="16" presetID="10" presetClass="entr" presetSubtype="0" fill="hold" grpId="1" nodeType="withEffect">
                                  <p:stCondLst>
                                    <p:cond delay="250"/>
                                  </p:stCondLst>
                                  <p:iterate>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4D056-EE82-E7DF-2F79-0DF558D5DDFC}"/>
              </a:ext>
            </a:extLst>
          </p:cNvPr>
          <p:cNvSpPr>
            <a:spLocks noGrp="1"/>
          </p:cNvSpPr>
          <p:nvPr>
            <p:ph type="ctrTitle"/>
          </p:nvPr>
        </p:nvSpPr>
        <p:spPr>
          <a:xfrm>
            <a:off x="2161514" y="2476500"/>
            <a:ext cx="7868972" cy="1905000"/>
          </a:xfrm>
        </p:spPr>
        <p:txBody>
          <a:bodyPr anchor="ctr">
            <a:normAutofit/>
          </a:bodyPr>
          <a:lstStyle/>
          <a:p>
            <a:r>
              <a:rPr lang="en-US"/>
              <a:t>Understanding Netflix Content Contributions by Country</a:t>
            </a:r>
          </a:p>
        </p:txBody>
      </p:sp>
    </p:spTree>
    <p:extLst>
      <p:ext uri="{BB962C8B-B14F-4D97-AF65-F5344CB8AC3E}">
        <p14:creationId xmlns:p14="http://schemas.microsoft.com/office/powerpoint/2010/main" val="1900012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EC57A-6EF2-3452-CFCF-97CD41A5A6BE}"/>
              </a:ext>
            </a:extLst>
          </p:cNvPr>
          <p:cNvSpPr>
            <a:spLocks noGrp="1"/>
          </p:cNvSpPr>
          <p:nvPr>
            <p:ph type="title"/>
          </p:nvPr>
        </p:nvSpPr>
        <p:spPr>
          <a:xfrm>
            <a:off x="678871" y="685800"/>
            <a:ext cx="4274130" cy="1269482"/>
          </a:xfrm>
        </p:spPr>
        <p:txBody>
          <a:bodyPr anchor="t">
            <a:normAutofit/>
          </a:bodyPr>
          <a:lstStyle/>
          <a:p>
            <a:pPr>
              <a:lnSpc>
                <a:spcPct val="90000"/>
              </a:lnSpc>
            </a:pPr>
            <a:r>
              <a:rPr lang="en-US" sz="2200"/>
              <a:t>Project Overview and Research Question</a:t>
            </a:r>
          </a:p>
        </p:txBody>
      </p:sp>
      <p:pic>
        <p:nvPicPr>
          <p:cNvPr id="5" name="Content Placeholder 4" descr=" world flags. Very shallow depth of field. The focus is on the flags of Japan, France, Brazil, Canada, China, USA, Israel ">
            <a:extLst>
              <a:ext uri="{FF2B5EF4-FFF2-40B4-BE49-F238E27FC236}">
                <a16:creationId xmlns:a16="http://schemas.microsoft.com/office/drawing/2014/main" id="{83FC6B38-7EC1-4473-A77A-01F57F3FE330}"/>
              </a:ext>
            </a:extLst>
          </p:cNvPr>
          <p:cNvPicPr>
            <a:picLocks noGrp="1" noChangeAspect="1"/>
          </p:cNvPicPr>
          <p:nvPr>
            <p:ph type="pic" sz="quarter" idx="13"/>
          </p:nvPr>
        </p:nvPicPr>
        <p:blipFill>
          <a:blip r:embed="rId3"/>
          <a:srcRect l="9434" r="7535" b="-1"/>
          <a:stretch>
            <a:fillRect/>
          </a:stretch>
        </p:blipFill>
        <p:spPr>
          <a:xfrm>
            <a:off x="678871" y="2173850"/>
            <a:ext cx="4274130" cy="3963682"/>
          </a:xfrm>
        </p:spPr>
      </p:pic>
      <p:sp>
        <p:nvSpPr>
          <p:cNvPr id="4" name="Content Placeholder 3">
            <a:extLst>
              <a:ext uri="{FF2B5EF4-FFF2-40B4-BE49-F238E27FC236}">
                <a16:creationId xmlns:a16="http://schemas.microsoft.com/office/drawing/2014/main" id="{DC1DB753-A9E8-ACF1-FB97-50C8D9BA5D0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3333" y="685800"/>
            <a:ext cx="5932867" cy="5477257"/>
          </a:xfrm>
        </p:spPr>
        <p:txBody>
          <a:bodyPr>
            <a:normAutofit/>
          </a:bodyPr>
          <a:lstStyle/>
          <a:p>
            <a:pPr marL="0" indent="0">
              <a:spcBef>
                <a:spcPts val="2500"/>
              </a:spcBef>
              <a:buFont typeface="Arial" panose="020B0604020202020204" pitchFamily="34" charset="0"/>
              <a:buNone/>
            </a:pPr>
            <a:r>
              <a:rPr lang="en-US" b="1" dirty="0"/>
              <a:t>Research Objective</a:t>
            </a:r>
          </a:p>
          <a:p>
            <a:pPr marL="0" lvl="1" indent="0">
              <a:buFont typeface="Arial" panose="020B0604020202020204" pitchFamily="34" charset="0"/>
              <a:buNone/>
            </a:pPr>
            <a:r>
              <a:rPr lang="en-US" dirty="0"/>
              <a:t>Analyze which country contributes the most titles to Netflix and how this has changed over time.</a:t>
            </a:r>
          </a:p>
          <a:p>
            <a:pPr marL="0" indent="0">
              <a:spcBef>
                <a:spcPts val="2500"/>
              </a:spcBef>
              <a:buFont typeface="Arial" panose="020B0604020202020204" pitchFamily="34" charset="0"/>
              <a:buNone/>
            </a:pPr>
            <a:r>
              <a:rPr lang="en-US" b="1" dirty="0"/>
              <a:t>Data and Methodology</a:t>
            </a:r>
          </a:p>
          <a:p>
            <a:pPr marL="0" lvl="1" indent="0">
              <a:buFont typeface="Arial" panose="020B0604020202020204" pitchFamily="34" charset="0"/>
              <a:buNone/>
            </a:pPr>
            <a:r>
              <a:rPr lang="en-US" dirty="0"/>
              <a:t>Utilize Netflix's public dataset, clean data, handle multi-country titles, and extract year added to platform.</a:t>
            </a:r>
          </a:p>
          <a:p>
            <a:pPr marL="0" indent="0">
              <a:spcBef>
                <a:spcPts val="2500"/>
              </a:spcBef>
              <a:buFont typeface="Arial" panose="020B0604020202020204" pitchFamily="34" charset="0"/>
              <a:buNone/>
            </a:pPr>
            <a:r>
              <a:rPr lang="en-US" b="1" dirty="0"/>
              <a:t>Strategic Implications</a:t>
            </a:r>
          </a:p>
          <a:p>
            <a:pPr marL="0" lvl="1" indent="0">
              <a:buFont typeface="Arial" panose="020B0604020202020204" pitchFamily="34" charset="0"/>
              <a:buNone/>
            </a:pPr>
            <a:r>
              <a:rPr lang="en-US" dirty="0"/>
              <a:t>Understanding content origins reveals Netflix’s international expansion and audience targeting strategies.</a:t>
            </a:r>
          </a:p>
          <a:p>
            <a:pPr marL="0" indent="0">
              <a:spcBef>
                <a:spcPts val="2500"/>
              </a:spcBef>
              <a:buFont typeface="Arial" panose="020B0604020202020204" pitchFamily="34" charset="0"/>
              <a:buNone/>
            </a:pPr>
            <a:r>
              <a:rPr lang="en-US" b="1" dirty="0"/>
              <a:t>Motivation and Insights</a:t>
            </a:r>
          </a:p>
          <a:p>
            <a:pPr marL="0" lvl="1" indent="0">
              <a:buFont typeface="Arial" panose="020B0604020202020204" pitchFamily="34" charset="0"/>
              <a:buNone/>
            </a:pPr>
            <a:r>
              <a:rPr lang="en-US" dirty="0"/>
              <a:t>Challenge assumptions about US dominance and track growth of international markets like India and South Korea.</a:t>
            </a:r>
          </a:p>
        </p:txBody>
      </p:sp>
    </p:spTree>
    <p:extLst>
      <p:ext uri="{BB962C8B-B14F-4D97-AF65-F5344CB8AC3E}">
        <p14:creationId xmlns:p14="http://schemas.microsoft.com/office/powerpoint/2010/main" val="7413464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F98C4-7C36-7807-E1AA-9519D9826FB7}"/>
              </a:ext>
            </a:extLst>
          </p:cNvPr>
          <p:cNvSpPr>
            <a:spLocks noGrp="1"/>
          </p:cNvSpPr>
          <p:nvPr>
            <p:ph type="title"/>
          </p:nvPr>
        </p:nvSpPr>
        <p:spPr>
          <a:xfrm>
            <a:off x="678871" y="685800"/>
            <a:ext cx="4274130" cy="896257"/>
          </a:xfrm>
        </p:spPr>
        <p:txBody>
          <a:bodyPr anchor="t">
            <a:normAutofit/>
          </a:bodyPr>
          <a:lstStyle/>
          <a:p>
            <a:pPr>
              <a:lnSpc>
                <a:spcPct val="90000"/>
              </a:lnSpc>
            </a:pPr>
            <a:r>
              <a:rPr lang="en-US" sz="1600" dirty="0"/>
              <a:t>Analysis Objective and Methodological Approach</a:t>
            </a:r>
          </a:p>
        </p:txBody>
      </p:sp>
      <p:sp>
        <p:nvSpPr>
          <p:cNvPr id="4" name="Content Placeholder 3">
            <a:extLst>
              <a:ext uri="{FF2B5EF4-FFF2-40B4-BE49-F238E27FC236}">
                <a16:creationId xmlns:a16="http://schemas.microsoft.com/office/drawing/2014/main" id="{E10DF068-564B-E860-AE6A-46526502C0F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59133" y="674914"/>
            <a:ext cx="5932867" cy="5477257"/>
          </a:xfrm>
        </p:spPr>
        <p:txBody>
          <a:bodyPr>
            <a:normAutofit/>
          </a:bodyPr>
          <a:lstStyle/>
          <a:p>
            <a:pPr marL="0" indent="0">
              <a:spcBef>
                <a:spcPts val="2500"/>
              </a:spcBef>
              <a:buFont typeface="Arial" panose="020B0604020202020204" pitchFamily="34" charset="0"/>
              <a:buNone/>
            </a:pPr>
            <a:r>
              <a:rPr lang="en-US" b="1" dirty="0"/>
              <a:t>Objective and Data Preparation</a:t>
            </a:r>
          </a:p>
          <a:p>
            <a:pPr marL="0" lvl="1" indent="0">
              <a:buFont typeface="Arial" panose="020B0604020202020204" pitchFamily="34" charset="0"/>
              <a:buNone/>
            </a:pPr>
            <a:r>
              <a:rPr lang="en-US" dirty="0"/>
              <a:t>Identify top contributing country by Netflix titles and prepare data by converting dates and cleaning missing values.</a:t>
            </a:r>
          </a:p>
          <a:p>
            <a:pPr marL="0" indent="0">
              <a:spcBef>
                <a:spcPts val="2500"/>
              </a:spcBef>
              <a:buFont typeface="Arial" panose="020B0604020202020204" pitchFamily="34" charset="0"/>
              <a:buNone/>
            </a:pPr>
            <a:r>
              <a:rPr lang="en-US" b="1" dirty="0"/>
              <a:t>Handling Multi-country Titles</a:t>
            </a:r>
          </a:p>
          <a:p>
            <a:pPr marL="0" lvl="1" indent="0">
              <a:buFont typeface="Arial" panose="020B0604020202020204" pitchFamily="34" charset="0"/>
              <a:buNone/>
            </a:pPr>
            <a:r>
              <a:rPr lang="en-US" dirty="0"/>
              <a:t>Split multi-country titles so each country receives individual counts reflecting true contributions.</a:t>
            </a:r>
          </a:p>
          <a:p>
            <a:pPr marL="0" indent="0">
              <a:spcBef>
                <a:spcPts val="2500"/>
              </a:spcBef>
              <a:buFont typeface="Arial" panose="020B0604020202020204" pitchFamily="34" charset="0"/>
              <a:buNone/>
            </a:pPr>
            <a:r>
              <a:rPr lang="en-US" b="1" dirty="0"/>
              <a:t>Frequency and Trend Analysis</a:t>
            </a:r>
          </a:p>
          <a:p>
            <a:pPr marL="0" lvl="1" indent="0">
              <a:buFont typeface="Arial" panose="020B0604020202020204" pitchFamily="34" charset="0"/>
              <a:buNone/>
            </a:pPr>
            <a:r>
              <a:rPr lang="en-US" dirty="0"/>
              <a:t>Count titles per country and analyze trends over time to reveal changes in contributions.</a:t>
            </a:r>
          </a:p>
          <a:p>
            <a:pPr marL="0" indent="0">
              <a:spcBef>
                <a:spcPts val="2500"/>
              </a:spcBef>
              <a:buFont typeface="Arial" panose="020B0604020202020204" pitchFamily="34" charset="0"/>
              <a:buNone/>
            </a:pPr>
            <a:r>
              <a:rPr lang="en-US" b="1" dirty="0"/>
              <a:t>Visualization for Interpretation</a:t>
            </a:r>
          </a:p>
          <a:p>
            <a:pPr marL="0" lvl="1" indent="0">
              <a:buFont typeface="Arial" panose="020B0604020202020204" pitchFamily="34" charset="0"/>
              <a:buNone/>
            </a:pPr>
            <a:r>
              <a:rPr lang="en-US" dirty="0"/>
              <a:t>Use bar charts for country comparison and line charts to illustrate temporal trends clearly.</a:t>
            </a:r>
          </a:p>
        </p:txBody>
      </p:sp>
      <p:pic>
        <p:nvPicPr>
          <p:cNvPr id="12" name="Picture Placeholder 11">
            <a:extLst>
              <a:ext uri="{FF2B5EF4-FFF2-40B4-BE49-F238E27FC236}">
                <a16:creationId xmlns:a16="http://schemas.microsoft.com/office/drawing/2014/main" id="{B3122D25-ABFD-C459-E2CF-D0C4E6335276}"/>
              </a:ext>
            </a:extLst>
          </p:cNvPr>
          <p:cNvPicPr>
            <a:picLocks noGrp="1" noChangeAspect="1"/>
          </p:cNvPicPr>
          <p:nvPr>
            <p:ph type="pic" sz="quarter" idx="13"/>
          </p:nvPr>
        </p:nvPicPr>
        <p:blipFill>
          <a:blip r:embed="rId3"/>
          <a:srcRect r="11719"/>
          <a:stretch>
            <a:fillRect/>
          </a:stretch>
        </p:blipFill>
        <p:spPr>
          <a:xfrm>
            <a:off x="272425" y="1582057"/>
            <a:ext cx="5660443" cy="5011059"/>
          </a:xfrm>
          <a:prstGeom prst="rect">
            <a:avLst/>
          </a:prstGeom>
          <a:blipFill>
            <a:blip r:embed="rId4">
              <a:alphaModFix amt="60000"/>
              <a:extLst>
                <a:ext uri="{28A0092B-C50C-407E-A947-70E740481C1C}">
                  <a14:useLocalDpi xmlns:a14="http://schemas.microsoft.com/office/drawing/2010/main" val="0"/>
                </a:ext>
              </a:extLst>
            </a:blip>
            <a:srcRect/>
            <a:stretch>
              <a:fillRect l="-32473" r="-32473"/>
            </a:stretch>
          </a:blipFill>
        </p:spPr>
      </p:pic>
    </p:spTree>
    <p:extLst>
      <p:ext uri="{BB962C8B-B14F-4D97-AF65-F5344CB8AC3E}">
        <p14:creationId xmlns:p14="http://schemas.microsoft.com/office/powerpoint/2010/main" val="4306551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F7405-003C-D548-E0AB-D408D69D95C3}"/>
              </a:ext>
            </a:extLst>
          </p:cNvPr>
          <p:cNvSpPr>
            <a:spLocks noGrp="1"/>
          </p:cNvSpPr>
          <p:nvPr>
            <p:ph type="title"/>
          </p:nvPr>
        </p:nvSpPr>
        <p:spPr>
          <a:xfrm>
            <a:off x="678871" y="685800"/>
            <a:ext cx="4274130" cy="1269482"/>
          </a:xfrm>
        </p:spPr>
        <p:txBody>
          <a:bodyPr anchor="t">
            <a:normAutofit/>
          </a:bodyPr>
          <a:lstStyle/>
          <a:p>
            <a:pPr>
              <a:lnSpc>
                <a:spcPct val="90000"/>
              </a:lnSpc>
            </a:pPr>
            <a:r>
              <a:rPr lang="en-US" sz="2000"/>
              <a:t>Key Finding: The Leading Content-Contributing Country</a:t>
            </a:r>
          </a:p>
        </p:txBody>
      </p:sp>
      <p:pic>
        <p:nvPicPr>
          <p:cNvPr id="5" name="Content Placeholder 4" descr="Pushpins in the USA">
            <a:extLst>
              <a:ext uri="{FF2B5EF4-FFF2-40B4-BE49-F238E27FC236}">
                <a16:creationId xmlns:a16="http://schemas.microsoft.com/office/drawing/2014/main" id="{A9809D6A-8F80-4744-ADCD-0FA97C2B8116}"/>
              </a:ext>
            </a:extLst>
          </p:cNvPr>
          <p:cNvPicPr>
            <a:picLocks noGrp="1" noChangeAspect="1"/>
          </p:cNvPicPr>
          <p:nvPr>
            <p:ph type="pic" sz="quarter" idx="13"/>
          </p:nvPr>
        </p:nvPicPr>
        <p:blipFill>
          <a:blip r:embed="rId3"/>
          <a:srcRect l="28022" r="-2" b="-2"/>
          <a:stretch>
            <a:fillRect/>
          </a:stretch>
        </p:blipFill>
        <p:spPr>
          <a:xfrm>
            <a:off x="678871" y="2173850"/>
            <a:ext cx="4274130" cy="3963682"/>
          </a:xfrm>
        </p:spPr>
      </p:pic>
      <p:sp>
        <p:nvSpPr>
          <p:cNvPr id="4" name="Content Placeholder 3">
            <a:extLst>
              <a:ext uri="{FF2B5EF4-FFF2-40B4-BE49-F238E27FC236}">
                <a16:creationId xmlns:a16="http://schemas.microsoft.com/office/drawing/2014/main" id="{046B0FF0-B63F-6856-7266-AFD8A62CF7A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3333" y="685800"/>
            <a:ext cx="5932867" cy="5477257"/>
          </a:xfrm>
        </p:spPr>
        <p:txBody>
          <a:bodyPr>
            <a:normAutofit/>
          </a:bodyPr>
          <a:lstStyle/>
          <a:p>
            <a:pPr marL="0" indent="0">
              <a:spcBef>
                <a:spcPts val="2500"/>
              </a:spcBef>
              <a:buFont typeface="Arial" panose="020B0604020202020204" pitchFamily="34" charset="0"/>
              <a:buNone/>
            </a:pPr>
            <a:r>
              <a:rPr lang="en-US" b="1"/>
              <a:t>U.S. Dominance in Content</a:t>
            </a:r>
          </a:p>
          <a:p>
            <a:pPr marL="0" lvl="1" indent="0">
              <a:buFont typeface="Arial" panose="020B0604020202020204" pitchFamily="34" charset="0"/>
              <a:buNone/>
            </a:pPr>
            <a:r>
              <a:rPr lang="en-US"/>
              <a:t>The United States leads significantly in content contribution to Netflix, dominating both movies and TV shows globally.</a:t>
            </a:r>
          </a:p>
          <a:p>
            <a:pPr marL="0" indent="0">
              <a:spcBef>
                <a:spcPts val="2500"/>
              </a:spcBef>
              <a:buFont typeface="Arial" panose="020B0604020202020204" pitchFamily="34" charset="0"/>
              <a:buNone/>
            </a:pPr>
            <a:r>
              <a:rPr lang="en-US" b="1"/>
              <a:t>Factors Behind U.S. Lead</a:t>
            </a:r>
          </a:p>
          <a:p>
            <a:pPr marL="0" lvl="1" indent="0">
              <a:buFont typeface="Arial" panose="020B0604020202020204" pitchFamily="34" charset="0"/>
              <a:buNone/>
            </a:pPr>
            <a:r>
              <a:rPr lang="en-US"/>
              <a:t>Hollywood’s mature infrastructure, extensive studios, and Netflix’s U.S. origins drive high U.S. content volume.</a:t>
            </a:r>
          </a:p>
          <a:p>
            <a:pPr marL="0" indent="0">
              <a:spcBef>
                <a:spcPts val="2500"/>
              </a:spcBef>
              <a:buFont typeface="Arial" panose="020B0604020202020204" pitchFamily="34" charset="0"/>
              <a:buNone/>
            </a:pPr>
            <a:r>
              <a:rPr lang="en-US" b="1"/>
              <a:t>Comparison with Other Countries</a:t>
            </a:r>
          </a:p>
          <a:p>
            <a:pPr marL="0" lvl="1" indent="0">
              <a:buFont typeface="Arial" panose="020B0604020202020204" pitchFamily="34" charset="0"/>
              <a:buNone/>
            </a:pPr>
            <a:r>
              <a:rPr lang="en-US"/>
              <a:t>India, the United Kingdom, and Japan contribute strongly but remain far behind the U.S. volume of titles.</a:t>
            </a:r>
          </a:p>
          <a:p>
            <a:pPr marL="0" indent="0">
              <a:spcBef>
                <a:spcPts val="2500"/>
              </a:spcBef>
              <a:buFont typeface="Arial" panose="020B0604020202020204" pitchFamily="34" charset="0"/>
              <a:buNone/>
            </a:pPr>
            <a:r>
              <a:rPr lang="en-US" b="1"/>
              <a:t>Strategic Implications</a:t>
            </a:r>
          </a:p>
          <a:p>
            <a:pPr marL="0" lvl="1" indent="0">
              <a:buFont typeface="Arial" panose="020B0604020202020204" pitchFamily="34" charset="0"/>
              <a:buNone/>
            </a:pPr>
            <a:r>
              <a:rPr lang="en-US"/>
              <a:t>Understanding U.S. dominance is crucial for analyzing global content trends and Netflix’s evolving strategy.</a:t>
            </a:r>
          </a:p>
        </p:txBody>
      </p:sp>
    </p:spTree>
    <p:extLst>
      <p:ext uri="{BB962C8B-B14F-4D97-AF65-F5344CB8AC3E}">
        <p14:creationId xmlns:p14="http://schemas.microsoft.com/office/powerpoint/2010/main" val="8614615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92916-8778-5960-6D79-EFBB2975E806}"/>
              </a:ext>
            </a:extLst>
          </p:cNvPr>
          <p:cNvSpPr>
            <a:spLocks noGrp="1"/>
          </p:cNvSpPr>
          <p:nvPr>
            <p:ph type="title"/>
          </p:nvPr>
        </p:nvSpPr>
        <p:spPr>
          <a:xfrm>
            <a:off x="678871" y="685800"/>
            <a:ext cx="4274130" cy="1269482"/>
          </a:xfrm>
        </p:spPr>
        <p:txBody>
          <a:bodyPr anchor="t">
            <a:normAutofit/>
          </a:bodyPr>
          <a:lstStyle/>
          <a:p>
            <a:pPr>
              <a:lnSpc>
                <a:spcPct val="90000"/>
              </a:lnSpc>
            </a:pPr>
            <a:r>
              <a:rPr lang="en-US" sz="2000"/>
              <a:t>Trend Analysis: How Contributions Have Changed Over Time</a:t>
            </a:r>
          </a:p>
        </p:txBody>
      </p:sp>
      <p:pic>
        <p:nvPicPr>
          <p:cNvPr id="5" name="Content Placeholder 4" descr="Shot of a businessman looking up at a fluctuating financial graph against a white background">
            <a:extLst>
              <a:ext uri="{FF2B5EF4-FFF2-40B4-BE49-F238E27FC236}">
                <a16:creationId xmlns:a16="http://schemas.microsoft.com/office/drawing/2014/main" id="{844100EC-3F45-45FA-8D27-26202FF159AF}"/>
              </a:ext>
            </a:extLst>
          </p:cNvPr>
          <p:cNvPicPr>
            <a:picLocks noGrp="1" noChangeAspect="1"/>
          </p:cNvPicPr>
          <p:nvPr>
            <p:ph type="pic" sz="quarter" idx="13"/>
          </p:nvPr>
        </p:nvPicPr>
        <p:blipFill>
          <a:blip r:embed="rId3"/>
          <a:srcRect l="28022" r="-2" b="-2"/>
          <a:stretch>
            <a:fillRect/>
          </a:stretch>
        </p:blipFill>
        <p:spPr>
          <a:xfrm>
            <a:off x="678871" y="2173850"/>
            <a:ext cx="4274130" cy="3963682"/>
          </a:xfrm>
        </p:spPr>
      </p:pic>
      <p:sp>
        <p:nvSpPr>
          <p:cNvPr id="4" name="Content Placeholder 3">
            <a:extLst>
              <a:ext uri="{FF2B5EF4-FFF2-40B4-BE49-F238E27FC236}">
                <a16:creationId xmlns:a16="http://schemas.microsoft.com/office/drawing/2014/main" id="{DD543AA5-AC29-BD27-43D0-92DD0D0027A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3333" y="685800"/>
            <a:ext cx="5932867" cy="5477257"/>
          </a:xfrm>
        </p:spPr>
        <p:txBody>
          <a:bodyPr>
            <a:normAutofit/>
          </a:bodyPr>
          <a:lstStyle/>
          <a:p>
            <a:pPr marL="0" indent="0">
              <a:spcBef>
                <a:spcPts val="2500"/>
              </a:spcBef>
              <a:buFont typeface="Arial" panose="020B0604020202020204" pitchFamily="34" charset="0"/>
              <a:buNone/>
            </a:pPr>
            <a:r>
              <a:rPr lang="en-US" b="1" dirty="0"/>
              <a:t>Consistent US Content Dominance</a:t>
            </a:r>
          </a:p>
          <a:p>
            <a:pPr marL="0" lvl="1" indent="0">
              <a:buFont typeface="Arial" panose="020B0604020202020204" pitchFamily="34" charset="0"/>
              <a:buNone/>
            </a:pPr>
            <a:r>
              <a:rPr lang="en-US" dirty="0"/>
              <a:t>The US has maintained high content contributions over the years, reflecting sustained dominance in Netflix’s catalog.</a:t>
            </a:r>
          </a:p>
          <a:p>
            <a:pPr marL="0" indent="0">
              <a:spcBef>
                <a:spcPts val="2500"/>
              </a:spcBef>
              <a:buFont typeface="Arial" panose="020B0604020202020204" pitchFamily="34" charset="0"/>
              <a:buNone/>
            </a:pPr>
            <a:r>
              <a:rPr lang="en-US" b="1" dirty="0"/>
              <a:t>Growth During Original Programming Era</a:t>
            </a:r>
          </a:p>
          <a:p>
            <a:pPr marL="0" lvl="1" indent="0">
              <a:buFont typeface="Arial" panose="020B0604020202020204" pitchFamily="34" charset="0"/>
              <a:buNone/>
            </a:pPr>
            <a:r>
              <a:rPr lang="en-US" dirty="0"/>
              <a:t>Mid-to-late 2018s saw a spike in US original productions as Netflix invested heavily in exclusive content.</a:t>
            </a:r>
          </a:p>
          <a:p>
            <a:pPr marL="0" indent="0">
              <a:spcBef>
                <a:spcPts val="2500"/>
              </a:spcBef>
              <a:buFont typeface="Arial" panose="020B0604020202020204" pitchFamily="34" charset="0"/>
              <a:buNone/>
            </a:pPr>
            <a:r>
              <a:rPr lang="en-US" b="1" dirty="0"/>
              <a:t>Rising Contributions from Other Countries</a:t>
            </a:r>
          </a:p>
          <a:p>
            <a:pPr marL="0" lvl="1" indent="0">
              <a:buFont typeface="Arial" panose="020B0604020202020204" pitchFamily="34" charset="0"/>
              <a:buNone/>
            </a:pPr>
            <a:r>
              <a:rPr lang="en-US" dirty="0"/>
              <a:t>India and South Korea show increasing content additions, reflecting Netflix’s focus on local-language and regional content.</a:t>
            </a:r>
          </a:p>
          <a:p>
            <a:pPr marL="0" indent="0">
              <a:spcBef>
                <a:spcPts val="2500"/>
              </a:spcBef>
              <a:buFont typeface="Arial" panose="020B0604020202020204" pitchFamily="34" charset="0"/>
              <a:buNone/>
            </a:pPr>
            <a:r>
              <a:rPr lang="en-US" b="1" dirty="0"/>
              <a:t>Additive Global Strategy</a:t>
            </a:r>
          </a:p>
          <a:p>
            <a:pPr marL="0" lvl="1" indent="0">
              <a:buFont typeface="Arial" panose="020B0604020202020204" pitchFamily="34" charset="0"/>
              <a:buNone/>
            </a:pPr>
            <a:r>
              <a:rPr lang="en-US" dirty="0"/>
              <a:t>International expansion complements rather than replaces US dominance, expanding Netflix’s global footprint.</a:t>
            </a:r>
          </a:p>
        </p:txBody>
      </p:sp>
    </p:spTree>
    <p:extLst>
      <p:ext uri="{BB962C8B-B14F-4D97-AF65-F5344CB8AC3E}">
        <p14:creationId xmlns:p14="http://schemas.microsoft.com/office/powerpoint/2010/main" val="27601728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31076-4B48-054C-1133-FD16EC970665}"/>
              </a:ext>
            </a:extLst>
          </p:cNvPr>
          <p:cNvSpPr>
            <a:spLocks noGrp="1"/>
          </p:cNvSpPr>
          <p:nvPr>
            <p:ph type="title"/>
          </p:nvPr>
        </p:nvSpPr>
        <p:spPr>
          <a:xfrm>
            <a:off x="678871" y="685800"/>
            <a:ext cx="4274130" cy="1269482"/>
          </a:xfrm>
        </p:spPr>
        <p:txBody>
          <a:bodyPr anchor="t">
            <a:normAutofit/>
          </a:bodyPr>
          <a:lstStyle/>
          <a:p>
            <a:pPr>
              <a:lnSpc>
                <a:spcPct val="90000"/>
              </a:lnSpc>
            </a:pPr>
            <a:r>
              <a:rPr lang="en-US" sz="2000"/>
              <a:t>Conclusion and Strategic Implications for Netflix</a:t>
            </a:r>
          </a:p>
        </p:txBody>
      </p:sp>
      <p:pic>
        <p:nvPicPr>
          <p:cNvPr id="5" name="Content Placeholder 4" descr="American flag connected with a black string to blue pins building a graph on white background.">
            <a:extLst>
              <a:ext uri="{FF2B5EF4-FFF2-40B4-BE49-F238E27FC236}">
                <a16:creationId xmlns:a16="http://schemas.microsoft.com/office/drawing/2014/main" id="{79EDE013-16BA-4AEC-8744-9B66C132BC7A}"/>
              </a:ext>
            </a:extLst>
          </p:cNvPr>
          <p:cNvPicPr>
            <a:picLocks noGrp="1" noChangeAspect="1"/>
          </p:cNvPicPr>
          <p:nvPr>
            <p:ph type="pic" sz="quarter" idx="13"/>
          </p:nvPr>
        </p:nvPicPr>
        <p:blipFill>
          <a:blip r:embed="rId3"/>
          <a:stretch/>
        </p:blipFill>
        <p:spPr>
          <a:xfrm>
            <a:off x="678871" y="2729200"/>
            <a:ext cx="4274130" cy="2852981"/>
          </a:xfrm>
        </p:spPr>
      </p:pic>
      <p:sp>
        <p:nvSpPr>
          <p:cNvPr id="4" name="Content Placeholder 3">
            <a:extLst>
              <a:ext uri="{FF2B5EF4-FFF2-40B4-BE49-F238E27FC236}">
                <a16:creationId xmlns:a16="http://schemas.microsoft.com/office/drawing/2014/main" id="{C3A4D4A6-5067-183B-5006-68046B6EC31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3333" y="685800"/>
            <a:ext cx="5932867" cy="5477257"/>
          </a:xfrm>
        </p:spPr>
        <p:txBody>
          <a:bodyPr>
            <a:normAutofit/>
          </a:bodyPr>
          <a:lstStyle/>
          <a:p>
            <a:pPr marL="0" indent="0">
              <a:spcBef>
                <a:spcPts val="2500"/>
              </a:spcBef>
              <a:buFont typeface="Arial" panose="020B0604020202020204" pitchFamily="34" charset="0"/>
              <a:buNone/>
            </a:pPr>
            <a:r>
              <a:rPr lang="en-US" b="1" dirty="0"/>
              <a:t>US Content Dominance</a:t>
            </a:r>
          </a:p>
          <a:p>
            <a:pPr marL="0" lvl="1" indent="0">
              <a:buFont typeface="Arial" panose="020B0604020202020204" pitchFamily="34" charset="0"/>
              <a:buNone/>
            </a:pPr>
            <a:r>
              <a:rPr lang="en-US" dirty="0"/>
              <a:t>The United States remains the largest and consistent contributor to Netflix’s global content library.</a:t>
            </a:r>
          </a:p>
          <a:p>
            <a:pPr marL="0" indent="0">
              <a:spcBef>
                <a:spcPts val="2500"/>
              </a:spcBef>
              <a:buFont typeface="Arial" panose="020B0604020202020204" pitchFamily="34" charset="0"/>
              <a:buNone/>
            </a:pPr>
            <a:r>
              <a:rPr lang="en-US" b="1" dirty="0"/>
              <a:t>International Expansion</a:t>
            </a:r>
          </a:p>
          <a:p>
            <a:pPr marL="0" lvl="1" indent="0">
              <a:buFont typeface="Arial" panose="020B0604020202020204" pitchFamily="34" charset="0"/>
              <a:buNone/>
            </a:pPr>
            <a:r>
              <a:rPr lang="en-US" dirty="0"/>
              <a:t>Netflix is growing its international content from countries like India, UK, and South Korea to diversify offerings.</a:t>
            </a:r>
          </a:p>
          <a:p>
            <a:pPr marL="0" indent="0">
              <a:spcBef>
                <a:spcPts val="2500"/>
              </a:spcBef>
              <a:buFont typeface="Arial" panose="020B0604020202020204" pitchFamily="34" charset="0"/>
              <a:buNone/>
            </a:pPr>
            <a:r>
              <a:rPr lang="en-US" b="1" dirty="0"/>
              <a:t>Strategic Dual Approach</a:t>
            </a:r>
          </a:p>
          <a:p>
            <a:pPr marL="0" lvl="1" indent="0">
              <a:buFont typeface="Arial" panose="020B0604020202020204" pitchFamily="34" charset="0"/>
              <a:buNone/>
            </a:pPr>
            <a:r>
              <a:rPr lang="en-US" dirty="0"/>
              <a:t>Netflix balances a strong US content core with expanding international catalogs to appeal to varied audiences.</a:t>
            </a:r>
          </a:p>
          <a:p>
            <a:pPr marL="0" indent="0">
              <a:spcBef>
                <a:spcPts val="2500"/>
              </a:spcBef>
              <a:buFont typeface="Arial" panose="020B0604020202020204" pitchFamily="34" charset="0"/>
              <a:buNone/>
            </a:pPr>
            <a:r>
              <a:rPr lang="en-US" b="1" dirty="0"/>
              <a:t>Business and Analytical Insights</a:t>
            </a:r>
          </a:p>
          <a:p>
            <a:pPr marL="0" lvl="1" indent="0">
              <a:buFont typeface="Arial" panose="020B0604020202020204" pitchFamily="34" charset="0"/>
              <a:buNone/>
            </a:pPr>
            <a:r>
              <a:rPr lang="en-US" dirty="0"/>
              <a:t>Insights emphasize managing risk and exploring new growth markets while maintaining dominance in established ones.</a:t>
            </a:r>
          </a:p>
        </p:txBody>
      </p:sp>
    </p:spTree>
    <p:extLst>
      <p:ext uri="{BB962C8B-B14F-4D97-AF65-F5344CB8AC3E}">
        <p14:creationId xmlns:p14="http://schemas.microsoft.com/office/powerpoint/2010/main" val="21344741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Northern light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ustom 13">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rthern Lights_win32_LW_v8" id="{3A4E34A6-668B-44CB-918B-D16B4D66424F}" vid="{9B1B68C5-1665-4FCB-8595-B203B3662C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1922</Words>
  <Application>Microsoft Macintosh PowerPoint</Application>
  <PresentationFormat>Widescreen</PresentationFormat>
  <Paragraphs>62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Avenir Next LT Pro</vt:lpstr>
      <vt:lpstr>Calibri</vt:lpstr>
      <vt:lpstr>Northern lights</vt:lpstr>
      <vt:lpstr>Netflix Country Contribution Analysis</vt:lpstr>
      <vt:lpstr>Understanding Netflix Content Contributions by Country</vt:lpstr>
      <vt:lpstr>Project Overview and Research Question</vt:lpstr>
      <vt:lpstr>Analysis Objective and Methodological Approach</vt:lpstr>
      <vt:lpstr>Key Finding: The Leading Content-Contributing Country</vt:lpstr>
      <vt:lpstr>Trend Analysis: How Contributions Have Changed Over Time</vt:lpstr>
      <vt:lpstr>Conclusion and Strategic Implications for Netflix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voyizana.thando@ampath.co.za</dc:creator>
  <cp:lastModifiedBy>thando voyizana</cp:lastModifiedBy>
  <cp:revision>1</cp:revision>
  <dcterms:modified xsi:type="dcterms:W3CDTF">2026-06-03T18:43:26Z</dcterms:modified>
</cp:coreProperties>
</file>